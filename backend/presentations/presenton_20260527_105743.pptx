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BlockChain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T9rKvI3N0N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splash_JNxTZzpHms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9144000" cy="4846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"/>
            <a:ext cx="9144000" cy="82296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Key point 1</a:t>
            </a:r>
            <a:br/>
            <a:r>
              <a:t>Key point 2</a:t>
            </a:r>
            <a:br/>
            <a:r>
              <a:t>Key point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