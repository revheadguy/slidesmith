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Modern Theme Test Presentation</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400">
                <a:solidFill>
                  <a:srgbClr val="F59E0B"/>
                </a:solidFill>
              </a:defRPr>
            </a:pPr>
            <a:r>
              <a:t>Generated Presentation for Modern Theme 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Introduction</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What is the modern theme test?</a:t>
            </a:r>
          </a:p>
          <a:p>
            <a:pPr>
              <a:spcBef>
                <a:spcPts val="600"/>
              </a:spcBef>
              <a:spcAft>
                <a:spcPts val="600"/>
              </a:spcAft>
              <a:defRPr sz="1800">
                <a:solidFill>
                  <a:srgbClr val="0F172A"/>
                </a:solidFill>
              </a:defRPr>
            </a:pPr>
            <a:r>
              <a:t>• Why is it important?</a:t>
            </a:r>
          </a:p>
          <a:p>
            <a:pPr>
              <a:spcBef>
                <a:spcPts val="600"/>
              </a:spcBef>
              <a:spcAft>
                <a:spcPts val="600"/>
              </a:spcAft>
              <a:defRPr sz="1800">
                <a:solidFill>
                  <a:srgbClr val="0F172A"/>
                </a:solidFill>
              </a:defRPr>
            </a:pPr>
            <a:r>
              <a:t>• Objective of this presentation</a:t>
            </a:r>
          </a:p>
          <a:p>
            <a:br/>
            <a:pPr>
              <a:spcBef>
                <a:spcPts val="600"/>
              </a:spcBef>
              <a:spcAft>
                <a:spcPts val="600"/>
              </a:spcAft>
              <a:defRPr sz="1800">
                <a:solidFill>
                  <a:srgbClr val="0F172A"/>
                </a:solidFill>
              </a:defRPr>
            </a:pPr>
            <a:r>
              <a:t>The modern theme test is a comprehensive evaluation tool that assesses an individual's personality, values, and motivations, providing insights into their underlying themes and tendencies. This test is crucial in today's fast-paced world as it helps individuals understand themselves better, make informed decisions, and develop effective strategies for personal and professional growth. Through this presentation, we will delve deeper into the significance of the modern theme test and explore its applications in various aspects of life.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Key Features and Benefits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Key features of the modern theme test</a:t>
            </a:r>
          </a:p>
          <a:p>
            <a:pPr>
              <a:spcBef>
                <a:spcPts val="600"/>
              </a:spcBef>
              <a:spcAft>
                <a:spcPts val="600"/>
              </a:spcAft>
              <a:defRPr sz="1800">
                <a:solidFill>
                  <a:srgbClr val="0F172A"/>
                </a:solidFill>
              </a:defRPr>
            </a:pPr>
            <a:r>
              <a:t>• Benefits for users and developers</a:t>
            </a:r>
          </a:p>
          <a:p>
            <a:pPr>
              <a:spcBef>
                <a:spcPts val="600"/>
              </a:spcBef>
              <a:spcAft>
                <a:spcPts val="600"/>
              </a:spcAft>
              <a:defRPr sz="1800">
                <a:solidFill>
                  <a:srgbClr val="0F172A"/>
                </a:solidFill>
              </a:defRPr>
            </a:pPr>
            <a:r>
              <a:t>• Example use cases</a:t>
            </a:r>
          </a:p>
          <a:p>
            <a:br/>
            <a:pPr>
              <a:spcBef>
                <a:spcPts val="600"/>
              </a:spcBef>
              <a:spcAft>
                <a:spcPts val="600"/>
              </a:spcAft>
              <a:defRPr sz="1800">
                <a:solidFill>
                  <a:srgbClr val="0F172A"/>
                </a:solidFill>
              </a:defRPr>
            </a:pPr>
            <a:r>
              <a:t>This presentation slide highlights the core characteristics of the modern theme test, including its streamlined design, user-friendly interface, and optimized performance metrics. The benefits section showcases how this theme test enhances the overall experience for both users and developers, providing a seamless and efficient testing process.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548640"/>
          </a:xfrm>
          <a:prstGeom prst="rect">
            <a:avLst/>
          </a:prstGeom>
          <a:noFill/>
        </p:spPr>
        <p:txBody>
          <a:bodyPr wrap="none">
            <a:spAutoFit/>
          </a:bodyPr>
          <a:lstStyle/>
          <a:p>
            <a:pPr>
              <a:defRPr sz="4000" b="1">
                <a:solidFill>
                  <a:srgbClr val="1E40AF"/>
                </a:solidFill>
              </a:defRPr>
            </a:pPr>
            <a:r>
              <a:t>Conclusion and Next Steps</a:t>
            </a:r>
          </a:p>
        </p:txBody>
      </p:sp>
      <p:sp>
        <p:nvSpPr>
          <p:cNvPr id="4" name="TextBox 3"/>
          <p:cNvSpPr txBox="1"/>
          <p:nvPr/>
        </p:nvSpPr>
        <p:spPr>
          <a:xfrm>
            <a:off x="914400" y="1371600"/>
            <a:ext cx="7315200" cy="5029200"/>
          </a:xfrm>
          <a:prstGeom prst="rect">
            <a:avLst/>
          </a:prstGeom>
          <a:noFill/>
        </p:spPr>
        <p:txBody>
          <a:bodyPr wrap="square">
            <a:spAutoFit/>
          </a:bodyPr>
          <a:lstStyle/>
          <a:p>
            <a:pPr>
              <a:spcBef>
                <a:spcPts val="600"/>
              </a:spcBef>
              <a:spcAft>
                <a:spcPts val="600"/>
              </a:spcAft>
              <a:defRPr sz="1800">
                <a:solidFill>
                  <a:srgbClr val="0F172A"/>
                </a:solidFill>
              </a:defRPr>
            </a:pPr>
            <a:r>
              <a:t>• Summary of key points</a:t>
            </a:r>
          </a:p>
          <a:p>
            <a:pPr>
              <a:spcBef>
                <a:spcPts val="600"/>
              </a:spcBef>
              <a:spcAft>
                <a:spcPts val="600"/>
              </a:spcAft>
              <a:defRPr sz="1800">
                <a:solidFill>
                  <a:srgbClr val="0F172A"/>
                </a:solidFill>
              </a:defRPr>
            </a:pPr>
            <a:r>
              <a:t>• Next steps and recommendations</a:t>
            </a:r>
          </a:p>
          <a:p>
            <a:pPr>
              <a:spcBef>
                <a:spcPts val="600"/>
              </a:spcBef>
              <a:spcAft>
                <a:spcPts val="600"/>
              </a:spcAft>
              <a:defRPr sz="1800">
                <a:solidFill>
                  <a:srgbClr val="0F172A"/>
                </a:solidFill>
              </a:defRPr>
            </a:pPr>
            <a:r>
              <a:t>• Call to action</a:t>
            </a:r>
          </a:p>
          <a:p>
            <a:br/>
            <a:pPr>
              <a:spcBef>
                <a:spcPts val="600"/>
              </a:spcBef>
              <a:spcAft>
                <a:spcPts val="600"/>
              </a:spcAft>
              <a:defRPr sz="1800">
                <a:solidFill>
                  <a:srgbClr val="0F172A"/>
                </a:solidFill>
              </a:defRPr>
            </a:pPr>
            <a:r>
              <a:t>In conclusion, we have outlined the key takeaways from our investigation, emphasizing the importance of embracing a data-driven approach in decision-making. Moving forward, it is essential that we prioritize the implementation of these findings by allocating necessary resources and establishing clear protocols for future analysis. By taking immediate action, we can harness the power of data to drive meaningful change and continuous improvement.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a:t>
            </a:r>
          </a:p>
          <a:p>
            <a:pPr>
              <a:spcBef>
                <a:spcPts val="800"/>
              </a:spcBef>
              <a:spcAft>
                <a:spcPts val="800"/>
              </a:spcAft>
              <a:defRPr sz="2000">
                <a:solidFill>
                  <a:srgbClr val="F59E0B"/>
                </a:solidFill>
              </a:defRPr>
            </a:pPr>
            <a:r>
              <a:t>✓ Key Features and Benefits</a:t>
            </a:r>
          </a:p>
          <a:p>
            <a:pPr>
              <a:spcBef>
                <a:spcPts val="800"/>
              </a:spcBef>
              <a:spcAft>
                <a:spcPts val="800"/>
              </a:spcAft>
              <a:defRPr sz="2000">
                <a:solidFill>
                  <a:srgbClr val="F59E0B"/>
                </a:solidFill>
              </a:defRPr>
            </a:pPr>
            <a:r>
              <a:t>✓ Conclusion and Next 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