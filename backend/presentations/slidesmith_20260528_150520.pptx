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355079" y="-1143000"/>
            <a:ext cx="4114800" cy="4114800"/>
          </a:xfrm>
          <a:prstGeom prst="ellipse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4754880"/>
            <a:ext cx="2011680" cy="2011680"/>
          </a:xfrm>
          <a:prstGeom prst="ellipse">
            <a:avLst/>
          </a:prstGeom>
          <a:noFill/>
          <a:ln w="3175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FFFFFF"/>
                </a:solidFill>
              </a:defRPr>
            </a:pPr>
            <a:r>
              <a:t>Data Structures &amp;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Introduction to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Data structures are a crucial part of computer programming that enables efficient storage and retrieval of data. They provide a way to organize and manipulate data in a program.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800"/>
            </a:pP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Define data structures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Types of data structures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Applications of data structures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Importance of data 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Arrays &amp; Linked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 b="0" i="0">
                <a:solidFill>
                  <a:srgbClr val="0F172A"/>
                </a:solidFill>
              </a:defRPr>
            </a:pPr>
            <a:r>
              <a:t>Arrays are a fundamental data structure in programming that stores elements of the same data type. Linked lists, on the other hand, are dynamic data structures where each element points to the next.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800"/>
            </a:pP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 b="0" i="0">
                <a:solidFill>
                  <a:srgbClr val="0F172A"/>
                </a:solidFill>
              </a:defRPr>
            </a:pPr>
            <a:r>
              <a:t>• Array characteristics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 b="0" i="0">
                <a:solidFill>
                  <a:srgbClr val="0F172A"/>
                </a:solidFill>
              </a:defRPr>
            </a:pPr>
            <a:r>
              <a:t>• Linked list characteristics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 b="0" i="0">
                <a:solidFill>
                  <a:srgbClr val="0F172A"/>
                </a:solidFill>
              </a:defRPr>
            </a:pPr>
            <a:r>
              <a:t>• Advantages of arrays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 b="0" i="0">
                <a:solidFill>
                  <a:srgbClr val="0F172A"/>
                </a:solidFill>
              </a:defRPr>
            </a:pPr>
            <a:r>
              <a:t>• Disadvantages of arrays</a:t>
            </a:r>
          </a:p>
        </p:txBody>
      </p:sp>
      <p:pic>
        <p:nvPicPr>
          <p:cNvPr id="5" name="Picture 4" descr="unsplash_VSGAVMI_h7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Stacks &amp; 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Stacks and queues are two types of linear data structures that follow the Last-In-First-Out (LIFO) and First-In-First-Out (FIFO) principles, respectively. We will explore their applications in programming and compare their characteristics.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800"/>
            </a:pP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Stack operations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Queue operations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Advantages of stacks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Disadvantages of queues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Trees &amp;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Trees and graphs are two types of non-linear data structures that represent hierarchical relationships between elements. We will discuss their characteristics, advantages, and disadvantages, as well as their applications in programming.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800"/>
            </a:pP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Tree types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Graph types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Advantages of trees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Disadvantages of graphs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Algorithms &amp; Time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 b="0" i="0">
                <a:solidFill>
                  <a:srgbClr val="0F172A"/>
                </a:solidFill>
              </a:defRPr>
            </a:pPr>
            <a:r>
              <a:t>Algorithms are sets of instructions that solve a specific problem. Understanding time complexity is crucial in programming as it determines the efficiency and scalability of an algorithm.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800"/>
            </a:pP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 b="0" i="0">
                <a:solidFill>
                  <a:srgbClr val="0F172A"/>
                </a:solidFill>
              </a:defRPr>
            </a:pPr>
            <a:r>
              <a:t>• Sorting algorithms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 b="0" i="0">
                <a:solidFill>
                  <a:srgbClr val="0F172A"/>
                </a:solidFill>
              </a:defRPr>
            </a:pPr>
            <a:r>
              <a:t>• Searching algorithms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 b="0" i="0">
                <a:solidFill>
                  <a:srgbClr val="0F172A"/>
                </a:solidFill>
              </a:defRPr>
            </a:pPr>
            <a:r>
              <a:t>• Hashing algorithms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500" b="0" i="0">
                <a:solidFill>
                  <a:srgbClr val="0F172A"/>
                </a:solidFill>
              </a:defRPr>
            </a:pPr>
            <a:r>
              <a:t>• Time complexity analysis</a:t>
            </a:r>
          </a:p>
        </p:txBody>
      </p:sp>
      <p:pic>
        <p:nvPicPr>
          <p:cNvPr id="5" name="Picture 4" descr="unsplash_ft0-Xu4nTv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40AF"/>
                </a:solidFill>
              </a:defRPr>
            </a:pPr>
            <a:r>
              <a:t>Conclusion &amp; 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 We</a:t>
            </a:r>
            <a:br/>
            <a:r>
              <a:t>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Future directions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Key</a:t>
            </a:r>
            <a:br/>
            <a: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Trends in data structures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What's</a:t>
            </a:r>
            <a:br/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Trends in algorithms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Applications in AI &amp; ML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Real-world implications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Thank you for your attention | Questions?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9144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cxnSp>
        <p:nvCxnSpPr>
          <p:cNvPr id="900" name="DiagConnector"/>
          <p:cNvCxnSpPr/>
          <p:nvPr/>
        </p:nvCxnSpPr>
        <p:spPr>
          <a:xfrm>
            <a:off x="758952" y="1444752"/>
            <a:ext cx="5029200" cy="2743200"/>
          </a:xfrm>
          <a:prstGeom prst="line">
            <a:avLst/>
          </a:prstGeom>
          <a:ln w="18000">
            <a:solidFill>
              <a:srgbClr val="CBD5E1"/>
            </a:solidFill>
            <a:prstDash val="sysDash"/>
          </a:ln>
        </p:spPr>
      </p:cxnSp>
      <p:sp>
        <p:nvSpPr>
          <p:cNvPr id="901" name="Rectangle 900"/>
          <p:cNvSpPr/>
          <p:nvPr/>
        </p:nvSpPr>
        <p:spPr>
          <a:xfrm>
            <a:off x="557784" y="11521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502920" y="10972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502920" y="10972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02920" y="11887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1271016" y="12618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Introduction to Data Structures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667512" y="17007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704088" y="17739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Define data structures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Types of data structures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Applications of data structures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3072384" y="25237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3017520" y="24688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3017520" y="24688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3017520" y="25603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3785615" y="26334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Arrays &amp; Linked Lists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3182112" y="30723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3218688" y="31455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Array characteristics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Linked list characteristics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Advantages of arrays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5586983" y="38953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5532120" y="38404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5532120" y="38404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532120" y="39319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300215" y="40050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Stacks &amp; Queues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5696712" y="44439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5733288" y="45171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Stack operations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Queue operations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Advantages of stacks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Introduction to Data Structures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Arrays &amp; Linked Lists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Stacks &amp; Queues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Trees &amp; Graphs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Algorithms &amp; Time Complexity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