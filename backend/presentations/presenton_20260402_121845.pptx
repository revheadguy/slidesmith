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Jaypee University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Generated Presentation for Jaypee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Introduction to Jaypee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Established in 2001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A private university in Noida, Uttar Pradesh, India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Accredited by the National Accreditation and Assessment Council (NAAC)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Mission and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To provide world-class education and research opportunities to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To foster innovation, entrepreneurship, and leadership skills among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To create a community of scholars who can make a positive impact on society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Academic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Undergraduate programs in Engineering, Management, Science, and Humanities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Postgraduate programs in Engineering, Management, and Sciences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Doctoral programs in various disciplines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Facilities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State-of-the-art classrooms and laboratories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Well-equipped libraries and research centers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Modern hostel facilities for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Sports and recreational facilities on campus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Faculty and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Experienced faculty with international credentials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Research collaborations with industry partners and universities worldwide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Strong focus on interdisciplinary research and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Campus Life and Placements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Vibrant campus life with cultural and social activities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Excellent placement record in various industries and sectors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Summer internships, training programs, and industrial visits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Accolades and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Recipient of the National Education Excellence Award (2019)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Ranked among the top private universities in India by the Times Higher Education World University Rankings (2020)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Approved by the All India Council for Technical Education (AICTE)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 and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Jaypee University offers a unique blend of academic rigor, research opportunities, and extracurricular activities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Apply now to be part of our vibrant community of scholars and changemakers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Contact us for more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Introduction to Jaypee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Faculty and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 and Call to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Introduction to Jaypee University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Mission and Vision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Academic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Facilities and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Faculty and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