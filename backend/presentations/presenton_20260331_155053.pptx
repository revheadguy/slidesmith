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Dark Theme Test: A Comprehensive Evaluation</a:t>
            </a:r>
          </a:p>
        </p:txBody>
      </p:sp>
      <p:sp>
        <p:nvSpPr>
          <p:cNvPr id="3" name="TextBox 2"/>
          <p:cNvSpPr txBox="1"/>
          <p:nvPr/>
        </p:nvSpPr>
        <p:spPr>
          <a:xfrm>
            <a:off x="457200" y="3840480"/>
            <a:ext cx="8229600" cy="914400"/>
          </a:xfrm>
          <a:prstGeom prst="rect">
            <a:avLst/>
          </a:prstGeom>
          <a:noFill/>
        </p:spPr>
        <p:txBody>
          <a:bodyPr wrap="none">
            <a:spAutoFit/>
          </a:bodyPr>
          <a:lstStyle/>
          <a:p>
            <a:pPr algn="ctr">
              <a:defRPr sz="2400">
                <a:solidFill>
                  <a:srgbClr val="22C55E"/>
                </a:solidFill>
              </a:defRPr>
            </a:pPr>
            <a:r>
              <a:t>Generated Presentation for Dark Theme 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11827"/>
                </a:solidFill>
              </a:defRPr>
            </a:pPr>
            <a:r>
              <a:t>Introduction to Dark Theme Testing</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F3F4F6"/>
                </a:solidFill>
              </a:defRPr>
            </a:pPr>
            <a:r>
              <a:t>• The rise of dark themes in modern design</a:t>
            </a:r>
          </a:p>
          <a:p>
            <a:pPr>
              <a:spcBef>
                <a:spcPts val="600"/>
              </a:spcBef>
              <a:spcAft>
                <a:spcPts val="600"/>
              </a:spcAft>
              <a:defRPr sz="1800">
                <a:solidFill>
                  <a:srgbClr val="F3F4F6"/>
                </a:solidFill>
              </a:defRPr>
            </a:pPr>
            <a:r>
              <a:t>• Importance of testing for accessibility and usability</a:t>
            </a:r>
          </a:p>
          <a:p>
            <a:pPr>
              <a:spcBef>
                <a:spcPts val="600"/>
              </a:spcBef>
              <a:spcAft>
                <a:spcPts val="600"/>
              </a:spcAft>
              <a:defRPr sz="1800">
                <a:solidFill>
                  <a:srgbClr val="F3F4F6"/>
                </a:solidFill>
              </a:defRPr>
            </a:pPr>
            <a:r>
              <a:t>• Our approach to evaluating the effectiveness of dark themes</a:t>
            </a:r>
          </a:p>
          <a:p>
            <a:br/>
            <a:pPr>
              <a:spcBef>
                <a:spcPts val="600"/>
              </a:spcBef>
              <a:spcAft>
                <a:spcPts val="600"/>
              </a:spcAft>
              <a:defRPr sz="1800">
                <a:solidFill>
                  <a:srgbClr val="F3F4F6"/>
                </a:solidFill>
              </a:defRPr>
            </a:pPr>
            <a:r>
              <a:t>As modern design trends shift towards darker color schemes, it's crucial to ensure that these designs are not only visually appealing but also accessible and usable for all users. A well-designed dark theme should provide a seamless experience for users with visual impairments while maintaining its aesthetic appeal for those without. This presentation will explore the importance of testing dark themes and our approach to evaluating their effectiveness in achieving optimal usability and accessibility.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11827"/>
                </a:solidFill>
              </a:defRPr>
            </a:pPr>
            <a:r>
              <a:t>Key Findings and Implications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F3F4F6"/>
                </a:solidFill>
              </a:defRPr>
            </a:pPr>
            <a:r>
              <a:t>• Users prefer darker themes, but with limitations</a:t>
            </a:r>
          </a:p>
          <a:p>
            <a:pPr>
              <a:spcBef>
                <a:spcPts val="600"/>
              </a:spcBef>
              <a:spcAft>
                <a:spcPts val="600"/>
              </a:spcAft>
              <a:defRPr sz="1800">
                <a:solidFill>
                  <a:srgbClr val="F3F4F6"/>
                </a:solidFill>
              </a:defRPr>
            </a:pPr>
            <a:r>
              <a:t>• Dark themes can improve focus and reduce eye strain</a:t>
            </a:r>
          </a:p>
          <a:p>
            <a:pPr>
              <a:spcBef>
                <a:spcPts val="600"/>
              </a:spcBef>
              <a:spcAft>
                <a:spcPts val="600"/>
              </a:spcAft>
              <a:defRPr sz="1800">
                <a:solidFill>
                  <a:srgbClr val="F3F4F6"/>
                </a:solidFill>
              </a:defRPr>
            </a:pPr>
            <a:r>
              <a:t>• However, they may also lead to decreased readability and increased cognitive load</a:t>
            </a:r>
          </a:p>
          <a:p>
            <a:br/>
            <a:pPr>
              <a:spcBef>
                <a:spcPts val="600"/>
              </a:spcBef>
              <a:spcAft>
                <a:spcPts val="600"/>
              </a:spcAft>
              <a:defRPr sz="1800">
                <a:solidFill>
                  <a:srgbClr val="F3F4F6"/>
                </a:solidFill>
              </a:defRPr>
            </a:pPr>
            <a:r>
              <a:t>Users prefer darker themes, but there are limitations to this preference. While dark themes can improve focus and reduce eye strain, they may also lead to decreased readability and increased cognitive load, suggesting that a balance between visual comfort and usability must be struck.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11827"/>
                </a:solidFill>
              </a:defRPr>
            </a:pPr>
            <a:r>
              <a:t>Recommendations for Future Development</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F3F4F6"/>
                </a:solidFill>
              </a:defRPr>
            </a:pPr>
            <a:r>
              <a:t>• Designing for contrast and legibility in dark themes</a:t>
            </a:r>
          </a:p>
          <a:p>
            <a:pPr>
              <a:spcBef>
                <a:spcPts val="600"/>
              </a:spcBef>
              <a:spcAft>
                <a:spcPts val="600"/>
              </a:spcAft>
              <a:defRPr sz="1800">
                <a:solidFill>
                  <a:srgbClr val="F3F4F6"/>
                </a:solidFill>
              </a:defRPr>
            </a:pPr>
            <a:r>
              <a:t>• Balancing aesthetic appeal with usability and accessibility concerns</a:t>
            </a:r>
          </a:p>
          <a:p>
            <a:pPr>
              <a:spcBef>
                <a:spcPts val="600"/>
              </a:spcBef>
              <a:spcAft>
                <a:spcPts val="600"/>
              </a:spcAft>
              <a:defRPr sz="1800">
                <a:solidFill>
                  <a:srgbClr val="F3F4F6"/>
                </a:solidFill>
              </a:defRPr>
            </a:pPr>
            <a:r>
              <a:t>• Future directions for research and development</a:t>
            </a:r>
          </a:p>
          <a:p>
            <a:br/>
            <a:pPr>
              <a:spcBef>
                <a:spcPts val="600"/>
              </a:spcBef>
              <a:spcAft>
                <a:spcPts val="600"/>
              </a:spcAft>
              <a:defRPr sz="1800">
                <a:solidFill>
                  <a:srgbClr val="F3F4F6"/>
                </a:solidFill>
              </a:defRPr>
            </a:pPr>
            <a:r>
              <a:t>This presentation slide outlines recommendations for future development, focusing on designing user interfaces that effectively balance aesthetics with usability and accessibility concerns. Specifically, it emphasizes the importance of designing for contrast and legibility in dark themes, ensuring that users can easily interact with digital products regardless of the visual theme. By striking a balance between visual appeal and practical considerations, developers can create more inclusive and engaging digital experiences.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3F4F6"/>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22C55E"/>
                </a:solidFill>
              </a:defRPr>
            </a:pPr>
            <a:r>
              <a:t>✓ Introduction to Dark Theme Testing</a:t>
            </a:r>
          </a:p>
          <a:p>
            <a:pPr>
              <a:spcBef>
                <a:spcPts val="800"/>
              </a:spcBef>
              <a:spcAft>
                <a:spcPts val="800"/>
              </a:spcAft>
              <a:defRPr sz="2000">
                <a:solidFill>
                  <a:srgbClr val="22C55E"/>
                </a:solidFill>
              </a:defRPr>
            </a:pPr>
            <a:r>
              <a:t>✓ Key Findings and Implications</a:t>
            </a:r>
          </a:p>
          <a:p>
            <a:pPr>
              <a:spcBef>
                <a:spcPts val="800"/>
              </a:spcBef>
              <a:spcAft>
                <a:spcPts val="800"/>
              </a:spcAft>
              <a:defRPr sz="2000">
                <a:solidFill>
                  <a:srgbClr val="22C55E"/>
                </a:solidFill>
              </a:defRPr>
            </a:pPr>
            <a:r>
              <a:t>✓ Recommendations for Future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