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Amazon Web Services (AWS) Presentation</a:t>
            </a:r>
          </a:p>
        </p:txBody>
      </p:sp>
      <p:sp>
        <p:nvSpPr>
          <p:cNvPr id="3" name="TextBox 2"/>
          <p:cNvSpPr txBox="1"/>
          <p:nvPr/>
        </p:nvSpPr>
        <p:spPr>
          <a:xfrm>
            <a:off x="457200" y="3840480"/>
            <a:ext cx="8229600" cy="914400"/>
          </a:xfrm>
          <a:prstGeom prst="rect">
            <a:avLst/>
          </a:prstGeom>
          <a:noFill/>
        </p:spPr>
        <p:txBody>
          <a:bodyPr wrap="none">
            <a:spAutoFit/>
          </a:bodyPr>
          <a:lstStyle/>
          <a:p>
            <a:pPr algn="ctr">
              <a:defRPr sz="2400">
                <a:solidFill>
                  <a:srgbClr val="F59E0B"/>
                </a:solidFill>
              </a:defRPr>
            </a:pPr>
            <a:r>
              <a:t>Generated Presentation for Amazon Web Service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Introduction to AWS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Overview of cloud computing</a:t>
            </a:r>
          </a:p>
          <a:p>
            <a:pPr>
              <a:spcBef>
                <a:spcPts val="600"/>
              </a:spcBef>
              <a:spcAft>
                <a:spcPts val="600"/>
              </a:spcAft>
              <a:defRPr sz="1800">
                <a:solidFill>
                  <a:srgbClr val="0F172A"/>
                </a:solidFill>
              </a:defRPr>
            </a:pPr>
            <a:r>
              <a:t>• Benefits of using the cloud</a:t>
            </a:r>
          </a:p>
          <a:p>
            <a:pPr>
              <a:spcBef>
                <a:spcPts val="600"/>
              </a:spcBef>
              <a:spcAft>
                <a:spcPts val="600"/>
              </a:spcAft>
              <a:defRPr sz="1800">
                <a:solidFill>
                  <a:srgbClr val="0F172A"/>
                </a:solidFill>
              </a:defRPr>
            </a:pPr>
            <a:r>
              <a:t>• What is AWS?</a:t>
            </a:r>
          </a:p>
          <a:p>
            <a:br/>
            <a:pPr>
              <a:spcBef>
                <a:spcPts val="600"/>
              </a:spcBef>
              <a:spcAft>
                <a:spcPts val="600"/>
              </a:spcAft>
              <a:defRPr sz="1800">
                <a:solidFill>
                  <a:srgbClr val="0F172A"/>
                </a:solidFill>
              </a:defRPr>
            </a:pPr>
            <a:r>
              <a:t>Cloud computing allows organizations to store, process, and access data over the internet, providing a flexible and scalable infrastructure that can be quickly provisioned and released as needed. By leveraging the cloud, businesses can reduce capital expenditures on hardware and software, improve collaboration and productivity, and respond more rapidly to changing market conditions. AWS is a leading cloud computing platform that provides a comprehensive suite of services for building, deploying, and managing applications and workloads in the cloud.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AWS Services and Features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Compute Services (EC2, Lambda, etc.)</a:t>
            </a:r>
          </a:p>
          <a:p>
            <a:pPr>
              <a:spcBef>
                <a:spcPts val="600"/>
              </a:spcBef>
              <a:spcAft>
                <a:spcPts val="600"/>
              </a:spcAft>
              <a:defRPr sz="1800">
                <a:solidFill>
                  <a:srgbClr val="0F172A"/>
                </a:solidFill>
              </a:defRPr>
            </a:pPr>
            <a:r>
              <a:t>• Storage Services (S3, EBS, etc.)</a:t>
            </a:r>
          </a:p>
          <a:p>
            <a:pPr>
              <a:spcBef>
                <a:spcPts val="600"/>
              </a:spcBef>
              <a:spcAft>
                <a:spcPts val="600"/>
              </a:spcAft>
              <a:defRPr sz="1800">
                <a:solidFill>
                  <a:srgbClr val="0F172A"/>
                </a:solidFill>
              </a:defRPr>
            </a:pPr>
            <a:r>
              <a:t>• Database Services (RDS, DynamoDB, etc.)</a:t>
            </a:r>
          </a:p>
          <a:p>
            <a:pPr>
              <a:spcBef>
                <a:spcPts val="600"/>
              </a:spcBef>
              <a:spcAft>
                <a:spcPts val="600"/>
              </a:spcAft>
              <a:defRPr sz="1800">
                <a:solidFill>
                  <a:srgbClr val="0F172A"/>
                </a:solidFill>
              </a:defRPr>
            </a:pPr>
            <a:r>
              <a:t>• Security, Identity, and Compliance</a:t>
            </a:r>
          </a:p>
          <a:p>
            <a:br/>
            <a:pPr>
              <a:spcBef>
                <a:spcPts val="600"/>
              </a:spcBef>
              <a:spcAft>
                <a:spcPts val="600"/>
              </a:spcAft>
              <a:defRPr sz="1800">
                <a:solidFill>
                  <a:srgbClr val="0F172A"/>
                </a:solidFill>
              </a:defRPr>
            </a:pPr>
            <a:r>
              <a:t>AWS offers a comprehensive suite of services that enable you to build, deploy, and manage your applications with ease. The Compute Services allow you to run your code on AWS infrastructure, while Storage Services provide scalable storage solutions for your data. Additionally, Database Services offer highly available and scalable database options, backed by robust security features, identity management, and compliance capabilities.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AWS Benefits for Businesses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Scalability and Flexibility</a:t>
            </a:r>
          </a:p>
          <a:p>
            <a:pPr>
              <a:spcBef>
                <a:spcPts val="600"/>
              </a:spcBef>
              <a:spcAft>
                <a:spcPts val="600"/>
              </a:spcAft>
              <a:defRPr sz="1800">
                <a:solidFill>
                  <a:srgbClr val="0F172A"/>
                </a:solidFill>
              </a:defRPr>
            </a:pPr>
            <a:r>
              <a:t>• Cost Savings</a:t>
            </a:r>
          </a:p>
          <a:p>
            <a:pPr>
              <a:spcBef>
                <a:spcPts val="600"/>
              </a:spcBef>
              <a:spcAft>
                <a:spcPts val="600"/>
              </a:spcAft>
              <a:defRPr sz="1800">
                <a:solidFill>
                  <a:srgbClr val="0F172A"/>
                </a:solidFill>
              </a:defRPr>
            </a:pPr>
            <a:r>
              <a:t>• Increased Agility and Speed to Market</a:t>
            </a:r>
          </a:p>
          <a:p>
            <a:pPr>
              <a:spcBef>
                <a:spcPts val="600"/>
              </a:spcBef>
              <a:spcAft>
                <a:spcPts val="600"/>
              </a:spcAft>
              <a:defRPr sz="1800">
                <a:solidFill>
                  <a:srgbClr val="0F172A"/>
                </a:solidFill>
              </a:defRPr>
            </a:pPr>
            <a:r>
              <a:t>• Enhanced Security and Compliance</a:t>
            </a:r>
          </a:p>
          <a:p>
            <a:br/>
            <a:pPr>
              <a:spcBef>
                <a:spcPts val="600"/>
              </a:spcBef>
              <a:spcAft>
                <a:spcPts val="600"/>
              </a:spcAft>
              <a:defRPr sz="1800">
                <a:solidFill>
                  <a:srgbClr val="0F172A"/>
                </a:solidFill>
              </a:defRPr>
            </a:pPr>
            <a:r>
              <a:t>By leveraging AWS, businesses can enjoy scalability and flexibility, allowing them to quickly adapt to changing market conditions and meet growing demands without the need for significant upfront investments or infrastructure changes. Additionally, AWS offers cost savings through its pay-as-you-go pricing model, eliminating the need for expensive hardware upgrades or unnecessary capacity planning.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Common Use Cases for AWS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Web Applications</a:t>
            </a:r>
          </a:p>
          <a:p>
            <a:pPr>
              <a:spcBef>
                <a:spcPts val="600"/>
              </a:spcBef>
              <a:spcAft>
                <a:spcPts val="600"/>
              </a:spcAft>
              <a:defRPr sz="1800">
                <a:solidFill>
                  <a:srgbClr val="0F172A"/>
                </a:solidFill>
              </a:defRPr>
            </a:pPr>
            <a:r>
              <a:t>• Big Data Analytics</a:t>
            </a:r>
          </a:p>
          <a:p>
            <a:pPr>
              <a:spcBef>
                <a:spcPts val="600"/>
              </a:spcBef>
              <a:spcAft>
                <a:spcPts val="600"/>
              </a:spcAft>
              <a:defRPr sz="1800">
                <a:solidFill>
                  <a:srgbClr val="0F172A"/>
                </a:solidFill>
              </a:defRPr>
            </a:pPr>
            <a:r>
              <a:t>• Machine Learning and AI</a:t>
            </a:r>
          </a:p>
          <a:p>
            <a:pPr>
              <a:spcBef>
                <a:spcPts val="600"/>
              </a:spcBef>
              <a:spcAft>
                <a:spcPts val="600"/>
              </a:spcAft>
              <a:defRPr sz="1800">
                <a:solidFill>
                  <a:srgbClr val="0F172A"/>
                </a:solidFill>
              </a:defRPr>
            </a:pPr>
            <a:r>
              <a:t>• Enterprise IT Infrastructure</a:t>
            </a:r>
          </a:p>
          <a:p>
            <a:br/>
            <a:pPr>
              <a:spcBef>
                <a:spcPts val="600"/>
              </a:spcBef>
              <a:spcAft>
                <a:spcPts val="600"/>
              </a:spcAft>
              <a:defRPr sz="1800">
                <a:solidFill>
                  <a:srgbClr val="0F172A"/>
                </a:solidFill>
              </a:defRPr>
            </a:pPr>
            <a:r>
              <a:t>AWS provides a versatile cloud infrastructure that supports a wide range of use cases, including web applications that require scalable and secure hosting, big data analytics workloads that demand massive processing power and storage, machine learning and artificial intelligence projects that rely on high-performance computing and large-scale data sets, and enterprise IT infrastructure deployments that need to integrate with existing 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AWS Pricing and Cost Savings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Pay-As-You-Go pricing model</a:t>
            </a:r>
          </a:p>
          <a:p>
            <a:pPr>
              <a:spcBef>
                <a:spcPts val="600"/>
              </a:spcBef>
              <a:spcAft>
                <a:spcPts val="600"/>
              </a:spcAft>
              <a:defRPr sz="1800">
                <a:solidFill>
                  <a:srgbClr val="0F172A"/>
                </a:solidFill>
              </a:defRPr>
            </a:pPr>
            <a:r>
              <a:t>• Cost savings through scalability and efficiency</a:t>
            </a:r>
          </a:p>
          <a:p>
            <a:pPr>
              <a:spcBef>
                <a:spcPts val="600"/>
              </a:spcBef>
              <a:spcAft>
                <a:spcPts val="600"/>
              </a:spcAft>
              <a:defRPr sz="1800">
                <a:solidFill>
                  <a:srgbClr val="0F172A"/>
                </a:solidFill>
              </a:defRPr>
            </a:pPr>
            <a:r>
              <a:t>• Reserved Instances for long-term commitments</a:t>
            </a:r>
          </a:p>
          <a:p>
            <a:br/>
            <a:pPr>
              <a:spcBef>
                <a:spcPts val="600"/>
              </a:spcBef>
              <a:spcAft>
                <a:spcPts val="600"/>
              </a:spcAft>
              <a:defRPr sz="1800">
                <a:solidFill>
                  <a:srgbClr val="0F172A"/>
                </a:solidFill>
              </a:defRPr>
            </a:pPr>
            <a:r>
              <a:t>AWS offers a flexible Pay-As-You-Go pricing model that allows you to only pay for what you use, eliminating unnecessary costs and upfront expenses. By leveraging scalable and efficient resources, you can significantly reduce your overall expenditure on cloud services. Additionally, committing to long-term usage through Reserved Instances can provide even greater cost savings, making it an attractive option for businesses with consistent or predictable workloads.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AWS Security and Compliance</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Data encryption and access controls</a:t>
            </a:r>
          </a:p>
          <a:p>
            <a:pPr>
              <a:spcBef>
                <a:spcPts val="600"/>
              </a:spcBef>
              <a:spcAft>
                <a:spcPts val="600"/>
              </a:spcAft>
              <a:defRPr sz="1800">
                <a:solidFill>
                  <a:srgbClr val="0F172A"/>
                </a:solidFill>
              </a:defRPr>
            </a:pPr>
            <a:r>
              <a:t>• Compliance with major regulatory frameworks</a:t>
            </a:r>
          </a:p>
          <a:p>
            <a:pPr>
              <a:spcBef>
                <a:spcPts val="600"/>
              </a:spcBef>
              <a:spcAft>
                <a:spcPts val="600"/>
              </a:spcAft>
              <a:defRPr sz="1800">
                <a:solidFill>
                  <a:srgbClr val="0F172A"/>
                </a:solidFill>
              </a:defRPr>
            </a:pPr>
            <a:r>
              <a:t>• Regular security audits and assessments</a:t>
            </a:r>
          </a:p>
          <a:p>
            <a:br/>
            <a:pPr>
              <a:spcBef>
                <a:spcPts val="600"/>
              </a:spcBef>
              <a:spcAft>
                <a:spcPts val="600"/>
              </a:spcAft>
              <a:defRPr sz="1800">
                <a:solidFill>
                  <a:srgbClr val="0F172A"/>
                </a:solidFill>
              </a:defRPr>
            </a:pPr>
            <a:r>
              <a:t>AWS provides robust data encryption and access controls to ensure that sensitive information is protected at rest and in transit. This includes features such as secure storage of sensitive data in Amazon S3 buckets and SSL/TLS encryption for network communication between services. Additionally, AWS offers compliance with major regulatory frameworks, including HIPAA, PCI-DSS, and GDPR, through its compliance programs and certifications.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Conclusion and Next Steps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AWS is a trusted cloud platform</a:t>
            </a:r>
          </a:p>
          <a:p>
            <a:pPr>
              <a:spcBef>
                <a:spcPts val="600"/>
              </a:spcBef>
              <a:spcAft>
                <a:spcPts val="600"/>
              </a:spcAft>
              <a:defRPr sz="1800">
                <a:solidFill>
                  <a:srgbClr val="0F172A"/>
                </a:solidFill>
              </a:defRPr>
            </a:pPr>
            <a:r>
              <a:t>• Get started with AWS today</a:t>
            </a:r>
          </a:p>
          <a:p>
            <a:pPr>
              <a:spcBef>
                <a:spcPts val="600"/>
              </a:spcBef>
              <a:spcAft>
                <a:spcPts val="600"/>
              </a:spcAft>
              <a:defRPr sz="1800">
                <a:solidFill>
                  <a:srgbClr val="0F172A"/>
                </a:solidFill>
              </a:defRPr>
            </a:pPr>
            <a:r>
              <a:t>• Contact us for more information</a:t>
            </a:r>
          </a:p>
          <a:p>
            <a:br/>
            <a:pPr>
              <a:spcBef>
                <a:spcPts val="600"/>
              </a:spcBef>
              <a:spcAft>
                <a:spcPts val="600"/>
              </a:spcAft>
              <a:defRPr sz="1800">
                <a:solidFill>
                  <a:srgbClr val="0F172A"/>
                </a:solidFill>
              </a:defRPr>
            </a:pPr>
            <a:r>
              <a:t>As we wrap up our discussion on the benefits of leveraging Amazon Web Services (AWS), it's clear that this trusted cloud platform offers a powerful foundation for businesses looking to streamline operations and drive innovation. With its vast array of services and tools, AWS empowers organizations to quickly get started with their cloud journey. By taking the first step today, you can unlock new possibilities for your business and position yourself for long-term success.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AWS</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Common Use Cases for AWS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 and Next Steps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AWS</a:t>
            </a:r>
          </a:p>
          <a:p>
            <a:pPr>
              <a:spcBef>
                <a:spcPts val="800"/>
              </a:spcBef>
              <a:spcAft>
                <a:spcPts val="800"/>
              </a:spcAft>
              <a:defRPr sz="2000">
                <a:solidFill>
                  <a:srgbClr val="F59E0B"/>
                </a:solidFill>
              </a:defRPr>
            </a:pPr>
            <a:r>
              <a:t>✓ AWS Services and Features</a:t>
            </a:r>
          </a:p>
          <a:p>
            <a:pPr>
              <a:spcBef>
                <a:spcPts val="800"/>
              </a:spcBef>
              <a:spcAft>
                <a:spcPts val="800"/>
              </a:spcAft>
              <a:defRPr sz="2000">
                <a:solidFill>
                  <a:srgbClr val="F59E0B"/>
                </a:solidFill>
              </a:defRPr>
            </a:pPr>
            <a:r>
              <a:t>✓ AWS Benefits for Businesses</a:t>
            </a:r>
          </a:p>
          <a:p>
            <a:pPr>
              <a:spcBef>
                <a:spcPts val="800"/>
              </a:spcBef>
              <a:spcAft>
                <a:spcPts val="800"/>
              </a:spcAft>
              <a:defRPr sz="2000">
                <a:solidFill>
                  <a:srgbClr val="F59E0B"/>
                </a:solidFill>
              </a:defRPr>
            </a:pPr>
            <a:r>
              <a:t>✓ Common Use Cases for AWS</a:t>
            </a:r>
          </a:p>
          <a:p>
            <a:pPr>
              <a:spcBef>
                <a:spcPts val="800"/>
              </a:spcBef>
              <a:spcAft>
                <a:spcPts val="800"/>
              </a:spcAft>
              <a:defRPr sz="2000">
                <a:solidFill>
                  <a:srgbClr val="F59E0B"/>
                </a:solidFill>
              </a:defRPr>
            </a:pPr>
            <a:r>
              <a:t>✓ AWS Pricing and Cost Savings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