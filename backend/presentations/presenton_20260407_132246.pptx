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What Index (%)</c:v>
                </c:pt>
              </c:strCache>
            </c:strRef>
          </c:tx>
          <c:cat>
            <c:strRef>
              <c:f>Sheet1!$A$2:$A$6</c:f>
              <c:strCache>
                <c:ptCount val="5"/>
                <c:pt idx="0">
                  <c:v>Individual actions</c:v>
                </c:pt>
                <c:pt idx="1">
                  <c:v>Government</c:v>
                </c:pt>
                <c:pt idx="2">
                  <c:v>Business</c:v>
                </c:pt>
                <c:pt idx="3">
                  <c:v>International</c:v>
                </c:pt>
                <c:pt idx="4">
                  <c:v>Research</c:v>
                </c:pt>
              </c:strCache>
            </c:strRef>
          </c:cat>
          <c:val>
            <c:numRef>
              <c:f>Sheet1!$B$2:$B$6</c:f>
              <c:numCache>
                <c:formatCode>General</c:formatCode>
                <c:ptCount val="5"/>
                <c:pt idx="0">
                  <c:v>23</c:v>
                </c:pt>
                <c:pt idx="1">
                  <c:v>31</c:v>
                </c:pt>
                <c:pt idx="2">
                  <c:v>54</c:v>
                </c:pt>
                <c:pt idx="3">
                  <c:v>64</c:v>
                </c:pt>
                <c:pt idx="4">
                  <c:v>90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The Impact of Climate Change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Climate Change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Climate change is one of the most pressing issues of our time. It refers to the long-term warming of the planet, which is primarily caused by human activities that release greenhouse gases into the atmosphere. The Earth's temperature has risen by about 1 degree Celsius since the late 1800s, and the 20th century was the warmest decade on record. Climate change has significant implications for our environment, economy, and society.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climate change?</a:t>
            </a:r>
          </a:p>
          <a:p>
            <a:pPr>
              <a:lnSpc>
                <a:spcPct val="120000"/>
              </a:lnSpc>
              <a:spcBef>
                <a:spcPts val="300"/>
              </a:spcBef>
              <a:spcAft>
                <a:spcPts val="300"/>
              </a:spcAft>
              <a:defRPr sz="1600">
                <a:solidFill>
                  <a:srgbClr val="0F172A"/>
                </a:solidFill>
              </a:defRPr>
            </a:pPr>
            <a:r>
              <a:t>• Causes of climate change</a:t>
            </a:r>
          </a:p>
          <a:p>
            <a:pPr>
              <a:lnSpc>
                <a:spcPct val="120000"/>
              </a:lnSpc>
              <a:spcBef>
                <a:spcPts val="300"/>
              </a:spcBef>
              <a:spcAft>
                <a:spcPts val="300"/>
              </a:spcAft>
              <a:defRPr sz="1600">
                <a:solidFill>
                  <a:srgbClr val="0F172A"/>
                </a:solidFill>
              </a:defRPr>
            </a:pPr>
            <a:r>
              <a:t>• Consequences of climate change</a:t>
            </a:r>
          </a:p>
          <a:p>
            <a:pPr>
              <a:lnSpc>
                <a:spcPct val="120000"/>
              </a:lnSpc>
              <a:spcBef>
                <a:spcPts val="300"/>
              </a:spcBef>
              <a:spcAft>
                <a:spcPts val="300"/>
              </a:spcAft>
              <a:defRPr sz="1600">
                <a:solidFill>
                  <a:srgbClr val="0F172A"/>
                </a:solidFill>
              </a:defRPr>
            </a:pPr>
            <a:r>
              <a:t>• Evidence of climate change</a:t>
            </a:r>
          </a:p>
          <a:p>
            <a:pPr>
              <a:lnSpc>
                <a:spcPct val="120000"/>
              </a:lnSpc>
              <a:spcBef>
                <a:spcPts val="300"/>
              </a:spcBef>
              <a:spcAft>
                <a:spcPts val="300"/>
              </a:spcAft>
              <a:defRPr sz="1600">
                <a:solidFill>
                  <a:srgbClr val="0F172A"/>
                </a:solidFill>
              </a:defRPr>
            </a:pPr>
            <a:r>
              <a:t>• What can we do about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The Causes of Climate Change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Human activities are the main cause of climate change. The burning of fossil fuels such as coal, oil, and gas for energy releases carbon dioxide into the atmosphere, leading to a greenhouse effect that traps heat. Deforestation, land-use changes, and agriculture also contribute to the release of greenhouse gases. Additionally, industrial processes and transportation also emit significant amounts of greenhouse gases.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Carbon emissions from fossil fuels</a:t>
            </a:r>
          </a:p>
          <a:p>
            <a:pPr>
              <a:lnSpc>
                <a:spcPct val="120000"/>
              </a:lnSpc>
              <a:spcBef>
                <a:spcPts val="300"/>
              </a:spcBef>
              <a:spcAft>
                <a:spcPts val="300"/>
              </a:spcAft>
              <a:defRPr sz="1600">
                <a:solidFill>
                  <a:srgbClr val="0F172A"/>
                </a:solidFill>
              </a:defRPr>
            </a:pPr>
            <a:r>
              <a:t>• Deforestation and land-use changes</a:t>
            </a:r>
          </a:p>
          <a:p>
            <a:pPr>
              <a:lnSpc>
                <a:spcPct val="120000"/>
              </a:lnSpc>
              <a:spcBef>
                <a:spcPts val="300"/>
              </a:spcBef>
              <a:spcAft>
                <a:spcPts val="300"/>
              </a:spcAft>
              <a:defRPr sz="1600">
                <a:solidFill>
                  <a:srgbClr val="0F172A"/>
                </a:solidFill>
              </a:defRPr>
            </a:pPr>
            <a:r>
              <a:t>• Agriculture and livestock production</a:t>
            </a:r>
          </a:p>
          <a:p>
            <a:pPr>
              <a:lnSpc>
                <a:spcPct val="120000"/>
              </a:lnSpc>
              <a:spcBef>
                <a:spcPts val="300"/>
              </a:spcBef>
              <a:spcAft>
                <a:spcPts val="300"/>
              </a:spcAft>
              <a:defRPr sz="1600">
                <a:solidFill>
                  <a:srgbClr val="0F172A"/>
                </a:solidFill>
              </a:defRPr>
            </a:pPr>
            <a:r>
              <a:t>• Industrial processes and transportation</a:t>
            </a:r>
          </a:p>
          <a:p>
            <a:pPr>
              <a:lnSpc>
                <a:spcPct val="120000"/>
              </a:lnSpc>
              <a:spcBef>
                <a:spcPts val="300"/>
              </a:spcBef>
              <a:spcAft>
                <a:spcPts val="300"/>
              </a:spcAft>
              <a:defRPr sz="1600">
                <a:solidFill>
                  <a:srgbClr val="0F172A"/>
                </a:solidFill>
              </a:defRPr>
            </a:pPr>
            <a:r>
              <a:t>• Population growth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The Consequences of Climate Change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Climate change has significant consequences for our environment, economy, and society. Rising sea levels and more frequent natural disasters threaten coastal communities and infrastructure. Changes in precipitation patterns and increased evaporation lead to droughts and floods, affecting agriculture and water resources. Climate change also impacts human health, food security, and the global economy.</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Sea-level rise and coastal erosion</a:t>
            </a:r>
          </a:p>
          <a:p>
            <a:pPr>
              <a:lnSpc>
                <a:spcPct val="115000"/>
              </a:lnSpc>
              <a:spcBef>
                <a:spcPts val="200"/>
              </a:spcBef>
              <a:spcAft>
                <a:spcPts val="200"/>
              </a:spcAft>
              <a:defRPr sz="1500">
                <a:solidFill>
                  <a:srgbClr val="0F172A"/>
                </a:solidFill>
              </a:defRPr>
            </a:pPr>
            <a:r>
              <a:t>• Increased frequency of natural disasters</a:t>
            </a:r>
          </a:p>
          <a:p>
            <a:pPr>
              <a:lnSpc>
                <a:spcPct val="115000"/>
              </a:lnSpc>
              <a:spcBef>
                <a:spcPts val="200"/>
              </a:spcBef>
              <a:spcAft>
                <a:spcPts val="200"/>
              </a:spcAft>
              <a:defRPr sz="1500">
                <a:solidFill>
                  <a:srgbClr val="0F172A"/>
                </a:solidFill>
              </a:defRPr>
            </a:pPr>
            <a:r>
              <a:t>• Changes in precipitation patterns</a:t>
            </a:r>
          </a:p>
          <a:p>
            <a:pPr>
              <a:lnSpc>
                <a:spcPct val="115000"/>
              </a:lnSpc>
              <a:spcBef>
                <a:spcPts val="200"/>
              </a:spcBef>
              <a:spcAft>
                <a:spcPts val="200"/>
              </a:spcAft>
              <a:defRPr sz="1500">
                <a:solidFill>
                  <a:srgbClr val="0F172A"/>
                </a:solidFill>
              </a:defRPr>
            </a:pPr>
            <a:r>
              <a:t>• Impacts on agriculture and water resources</a:t>
            </a:r>
          </a:p>
          <a:p>
            <a:pPr>
              <a:lnSpc>
                <a:spcPct val="115000"/>
              </a:lnSpc>
              <a:spcBef>
                <a:spcPts val="200"/>
              </a:spcBef>
              <a:spcAft>
                <a:spcPts val="200"/>
              </a:spcAft>
              <a:defRPr sz="1500">
                <a:solidFill>
                  <a:srgbClr val="0F172A"/>
                </a:solidFill>
              </a:defRPr>
            </a:pPr>
            <a:r>
              <a:t>• Impacts on human health</a:t>
            </a:r>
          </a:p>
        </p:txBody>
      </p:sp>
      <p:pic>
        <p:nvPicPr>
          <p:cNvPr id="5" name="Picture 4" descr="unsplash_ndziRK-q5jU.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What Can We Do About Climate Change? - What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Climate Change</a:t>
            </a:r>
          </a:p>
          <a:p>
            <a:pPr>
              <a:spcBef>
                <a:spcPts val="800"/>
              </a:spcBef>
              <a:spcAft>
                <a:spcPts val="800"/>
              </a:spcAft>
              <a:defRPr sz="2000">
                <a:solidFill>
                  <a:srgbClr val="F59E0B"/>
                </a:solidFill>
              </a:defRPr>
            </a:pPr>
            <a:r>
              <a:t>✓ The Causes of Climate Change</a:t>
            </a:r>
          </a:p>
          <a:p>
            <a:pPr>
              <a:spcBef>
                <a:spcPts val="800"/>
              </a:spcBef>
              <a:spcAft>
                <a:spcPts val="800"/>
              </a:spcAft>
              <a:defRPr sz="2000">
                <a:solidFill>
                  <a:srgbClr val="F59E0B"/>
                </a:solidFill>
              </a:defRPr>
            </a:pPr>
            <a:r>
              <a:t>✓ The Consequences of Climate Change</a:t>
            </a:r>
          </a:p>
          <a:p>
            <a:pPr>
              <a:spcBef>
                <a:spcPts val="800"/>
              </a:spcBef>
              <a:spcAft>
                <a:spcPts val="800"/>
              </a:spcAft>
              <a:defRPr sz="2000">
                <a:solidFill>
                  <a:srgbClr val="F59E0B"/>
                </a:solidFill>
              </a:defRPr>
            </a:pPr>
            <a:r>
              <a:t>✓ What Can We Do About Climate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