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GitHub: The Power of Collaboration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Introduction to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What is GitHub?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Why is it important?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What is GitHub?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Version control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Open-source platform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Community-driven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Key Features of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Repositories (repos)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Issues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Pull requests and code reviews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Getting Started with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Creating a GitHub account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Forking a repository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Cloning a repository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GitHub Collaboration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Pull requests and code reviews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Issue tracking and commenting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Project boards for organization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Benefits of Using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Improved collaboration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Version control and backup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Community engagement and reputation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Best Practices for GitHub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Keep your repository organized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Use meaningful commit messages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Test before pushing changes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GitHub Integrations and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Integrated development environments (IDEs)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Version control software (e.g. GitLab, Bitbucket)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Other integrations (e.g. Jenkins, Travis CI)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Security and Integrity on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Two-factor authentication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Encrypted communication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Regular security audits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Conclusion: The Power of Collaboration on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Summary of key 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Call to action (CTA) for further learning or exploration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Beginning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Introduction to GitHub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51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Middle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51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Benefits of Using GitHub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88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59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9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Conclusion: The Power of Collaboration on GitHub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Introduction to GitHub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What is GitHub?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Key Features of GitHub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Getting Started with GitHub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GitHub Collaboration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