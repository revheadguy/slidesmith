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Group Product Management in Healthcare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Group Product Management</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In healthcare, the use of artificial intelligence (AI) is transforming the way medical professionals diagnose and treat patients. As a result, group product management plays a critical role in ensuring that AI-powered products are developed with the needs of both patients and clinicians in mind. This presentation will explore the importance of group product management in the development of healthcare AI products.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Definition of group product management</a:t>
            </a:r>
          </a:p>
          <a:p>
            <a:pPr>
              <a:lnSpc>
                <a:spcPct val="120000"/>
              </a:lnSpc>
              <a:spcBef>
                <a:spcPts val="300"/>
              </a:spcBef>
              <a:spcAft>
                <a:spcPts val="300"/>
              </a:spcAft>
              <a:defRPr sz="1600">
                <a:solidFill>
                  <a:srgbClr val="0F172A"/>
                </a:solidFill>
              </a:defRPr>
            </a:pPr>
            <a:r>
              <a:t>• Role of group product management in healthcare AI</a:t>
            </a:r>
          </a:p>
          <a:p>
            <a:pPr>
              <a:lnSpc>
                <a:spcPct val="120000"/>
              </a:lnSpc>
              <a:spcBef>
                <a:spcPts val="300"/>
              </a:spcBef>
              <a:spcAft>
                <a:spcPts val="300"/>
              </a:spcAft>
              <a:defRPr sz="1600">
                <a:solidFill>
                  <a:srgbClr val="0F172A"/>
                </a:solidFill>
              </a:defRPr>
            </a:pPr>
            <a:r>
              <a:t>• Benefits of group product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What is Group Product Management?</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Group product management is a collaborative approach to developing and managing products that involve multiple stakeholders, including clinicians, patients, and developers. This approach ensures that the needs of all stakeholders are considered throughout the development process.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Collaborative approach</a:t>
            </a:r>
          </a:p>
          <a:p>
            <a:pPr>
              <a:lnSpc>
                <a:spcPct val="120000"/>
              </a:lnSpc>
              <a:spcBef>
                <a:spcPts val="300"/>
              </a:spcBef>
              <a:spcAft>
                <a:spcPts val="300"/>
              </a:spcAft>
              <a:defRPr sz="1600">
                <a:solidFill>
                  <a:srgbClr val="0F172A"/>
                </a:solidFill>
              </a:defRPr>
            </a:pPr>
            <a:r>
              <a:t>• Multiple stakeholders involved</a:t>
            </a:r>
          </a:p>
          <a:p>
            <a:pPr>
              <a:lnSpc>
                <a:spcPct val="120000"/>
              </a:lnSpc>
              <a:spcBef>
                <a:spcPts val="300"/>
              </a:spcBef>
              <a:spcAft>
                <a:spcPts val="300"/>
              </a:spcAft>
              <a:defRPr sz="1600">
                <a:solidFill>
                  <a:srgbClr val="0F172A"/>
                </a:solidFill>
              </a:defRPr>
            </a:pPr>
            <a:r>
              <a:t>• Product development consideration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Benefits of Group Product Management in Healthcare AI</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Group product management brings numerous benefits to the development of healthcare AI products, including improved patient outcomes, enhanced clinician experience, and increased efficiency. By considering the needs of multiple stakeholders, group product management ensures that AI-powered products are developed with the ultimate goal of improving patient care.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Improved patient outcomes</a:t>
            </a:r>
          </a:p>
          <a:p>
            <a:pPr>
              <a:lnSpc>
                <a:spcPct val="115000"/>
              </a:lnSpc>
              <a:spcBef>
                <a:spcPts val="200"/>
              </a:spcBef>
              <a:spcAft>
                <a:spcPts val="200"/>
              </a:spcAft>
              <a:defRPr sz="1500">
                <a:solidFill>
                  <a:srgbClr val="0F172A"/>
                </a:solidFill>
              </a:defRPr>
            </a:pPr>
            <a:r>
              <a:t>• Enhanced clinician experience</a:t>
            </a:r>
          </a:p>
          <a:p>
            <a:pPr>
              <a:lnSpc>
                <a:spcPct val="115000"/>
              </a:lnSpc>
              <a:spcBef>
                <a:spcPts val="200"/>
              </a:spcBef>
              <a:spcAft>
                <a:spcPts val="200"/>
              </a:spcAft>
              <a:defRPr sz="1500">
                <a:solidFill>
                  <a:srgbClr val="0F172A"/>
                </a:solidFill>
              </a:defRPr>
            </a:pPr>
            <a:r>
              <a:t>• Increased efficiency</a:t>
            </a:r>
          </a:p>
        </p:txBody>
      </p:sp>
      <p:pic>
        <p:nvPicPr>
          <p:cNvPr id="5" name="Picture 4" descr="unsplash_CLhULgqR-xg.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Challenges of Group Product Management in Healthcare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Despite the benefits, group product management in healthcare AI poses several challenges, including managing competing priorities, ensuring stakeholder engagement, and balancing technical and clinical requirements. Effective communication and collaboration are critical to overcoming these challenges.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Managing competing priorities</a:t>
            </a:r>
          </a:p>
          <a:p>
            <a:pPr>
              <a:lnSpc>
                <a:spcPct val="120000"/>
              </a:lnSpc>
              <a:spcBef>
                <a:spcPts val="300"/>
              </a:spcBef>
              <a:spcAft>
                <a:spcPts val="300"/>
              </a:spcAft>
              <a:defRPr sz="1600">
                <a:solidFill>
                  <a:srgbClr val="0F172A"/>
                </a:solidFill>
              </a:defRPr>
            </a:pPr>
            <a:r>
              <a:t>• Ensuring stakeholder engagement</a:t>
            </a:r>
          </a:p>
          <a:p>
            <a:pPr>
              <a:lnSpc>
                <a:spcPct val="120000"/>
              </a:lnSpc>
              <a:spcBef>
                <a:spcPts val="300"/>
              </a:spcBef>
              <a:spcAft>
                <a:spcPts val="300"/>
              </a:spcAft>
              <a:defRPr sz="1600">
                <a:solidFill>
                  <a:srgbClr val="0F172A"/>
                </a:solidFill>
              </a:defRPr>
            </a:pPr>
            <a:r>
              <a:t>• Balancing technical and clinical requirements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Best Practices for Group Product Management in Healthcare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To ensure the success of group product management in healthcare AI, several best practices must be followed. These include establishing clear goals and objectives, fostering open communication, and leveraging Agile methodologies.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Establishing clear goals and objectives</a:t>
            </a:r>
          </a:p>
          <a:p>
            <a:pPr>
              <a:lnSpc>
                <a:spcPct val="120000"/>
              </a:lnSpc>
              <a:spcBef>
                <a:spcPts val="300"/>
              </a:spcBef>
              <a:spcAft>
                <a:spcPts val="300"/>
              </a:spcAft>
              <a:defRPr sz="1600">
                <a:solidFill>
                  <a:srgbClr val="0F172A"/>
                </a:solidFill>
              </a:defRPr>
            </a:pPr>
            <a:r>
              <a:t>• Fostering open communication</a:t>
            </a:r>
          </a:p>
          <a:p>
            <a:pPr>
              <a:lnSpc>
                <a:spcPct val="120000"/>
              </a:lnSpc>
              <a:spcBef>
                <a:spcPts val="300"/>
              </a:spcBef>
              <a:spcAft>
                <a:spcPts val="300"/>
              </a:spcAft>
              <a:defRPr sz="1600">
                <a:solidFill>
                  <a:srgbClr val="0F172A"/>
                </a:solidFill>
              </a:defRPr>
            </a:pPr>
            <a:r>
              <a:t>• Leveraging Agile methodologies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Case Study: Group Product Management in Healthcare AI</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 case study of a successful group product management project in healthcare AI will be presented, highlighting the benefits and challenges faced during the development process. This real-world example will illustrate the importance of effective group product management in healthcare AI.</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Real-world example</a:t>
            </a:r>
          </a:p>
          <a:p>
            <a:pPr>
              <a:lnSpc>
                <a:spcPct val="115000"/>
              </a:lnSpc>
              <a:spcBef>
                <a:spcPts val="200"/>
              </a:spcBef>
              <a:spcAft>
                <a:spcPts val="200"/>
              </a:spcAft>
              <a:defRPr sz="1500">
                <a:solidFill>
                  <a:srgbClr val="0F172A"/>
                </a:solidFill>
              </a:defRPr>
            </a:pPr>
            <a:r>
              <a:t>• Benefits and challenges</a:t>
            </a:r>
          </a:p>
          <a:p>
            <a:pPr>
              <a:lnSpc>
                <a:spcPct val="115000"/>
              </a:lnSpc>
              <a:spcBef>
                <a:spcPts val="200"/>
              </a:spcBef>
              <a:spcAft>
                <a:spcPts val="200"/>
              </a:spcAft>
              <a:defRPr sz="1500">
                <a:solidFill>
                  <a:srgbClr val="0F172A"/>
                </a:solidFill>
              </a:defRPr>
            </a:pPr>
            <a:r>
              <a:t>• Importance of group product management</a:t>
            </a:r>
          </a:p>
        </p:txBody>
      </p:sp>
      <p:pic>
        <p:nvPicPr>
          <p:cNvPr id="5" name="Picture 4" descr="unsplash_WQLY7Uva8nk.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The Future of Group Product Management in Healthcare AI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Final Thoughts: Group Product Management in Healthcare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In conclusion, group product management is a critical component of healthcare AI development. By understanding the benefits and challenges of this approach, as well as best practices for its implementation, we can ensure that AI-powered products are developed with the needs of patients and clinicians at the forefront.</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Importance of group product management</a:t>
            </a:r>
          </a:p>
          <a:p>
            <a:pPr>
              <a:lnSpc>
                <a:spcPct val="120000"/>
              </a:lnSpc>
              <a:spcBef>
                <a:spcPts val="300"/>
              </a:spcBef>
              <a:spcAft>
                <a:spcPts val="300"/>
              </a:spcAft>
              <a:defRPr sz="1600">
                <a:solidFill>
                  <a:srgbClr val="0F172A"/>
                </a:solidFill>
              </a:defRPr>
            </a:pPr>
            <a:r>
              <a:t>• Benefits and challenges</a:t>
            </a:r>
          </a:p>
          <a:p>
            <a:pPr>
              <a:lnSpc>
                <a:spcPct val="120000"/>
              </a:lnSpc>
              <a:spcBef>
                <a:spcPts val="300"/>
              </a:spcBef>
              <a:spcAft>
                <a:spcPts val="300"/>
              </a:spcAft>
              <a:defRPr sz="1600">
                <a:solidFill>
                  <a:srgbClr val="0F172A"/>
                </a:solidFill>
              </a:defRPr>
            </a:pPr>
            <a:r>
              <a:t>• Best practices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Group Product Management</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Best Practices for Group Product Management in Healthcare AI</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Final Thoughts: Group Product Management in Healthcare 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Group Product Management</a:t>
            </a:r>
          </a:p>
          <a:p>
            <a:pPr>
              <a:spcBef>
                <a:spcPts val="800"/>
              </a:spcBef>
              <a:spcAft>
                <a:spcPts val="800"/>
              </a:spcAft>
              <a:defRPr sz="2000">
                <a:solidFill>
                  <a:srgbClr val="F59E0B"/>
                </a:solidFill>
              </a:defRPr>
            </a:pPr>
            <a:r>
              <a:t>✓ What is Group Product Management?</a:t>
            </a:r>
          </a:p>
          <a:p>
            <a:pPr>
              <a:spcBef>
                <a:spcPts val="800"/>
              </a:spcBef>
              <a:spcAft>
                <a:spcPts val="800"/>
              </a:spcAft>
              <a:defRPr sz="2000">
                <a:solidFill>
                  <a:srgbClr val="F59E0B"/>
                </a:solidFill>
              </a:defRPr>
            </a:pPr>
            <a:r>
              <a:t>✓ Benefits of Group Product Management in Healthcare AI</a:t>
            </a:r>
          </a:p>
          <a:p>
            <a:pPr>
              <a:spcBef>
                <a:spcPts val="800"/>
              </a:spcBef>
              <a:spcAft>
                <a:spcPts val="800"/>
              </a:spcAft>
              <a:defRPr sz="2000">
                <a:solidFill>
                  <a:srgbClr val="F59E0B"/>
                </a:solidFill>
              </a:defRPr>
            </a:pPr>
            <a:r>
              <a:t>✓ Challenges of Group Product Management in Healthcare AI</a:t>
            </a:r>
          </a:p>
          <a:p>
            <a:pPr>
              <a:spcBef>
                <a:spcPts val="800"/>
              </a:spcBef>
              <a:spcAft>
                <a:spcPts val="800"/>
              </a:spcAft>
              <a:defRPr sz="2000">
                <a:solidFill>
                  <a:srgbClr val="F59E0B"/>
                </a:solidFill>
              </a:defRPr>
            </a:pPr>
            <a:r>
              <a:t>✓ Best Practices for Group Product Management in Healthcare 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