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M.A. in International Relation_x000D_</a:t>
            </a:r>
            <a:br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ltT842eVF0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Gc0KOSaAN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