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Conclusion Index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 managers</c:v>
                </c:pt>
                <c:pt idx="1">
                  <c:v>Strong analytical</c:v>
                </c:pt>
                <c:pt idx="2">
                  <c:v>Deep understanding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Product Manager in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Product Management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In this presentation, we will explore the role of a product manager in healthcare. The product manager plays a critical role in developing and launching new products that improve patient care and outcomes. They work closely with cross-functional teams, including engineering, marketing, and sales to ensure the development of high-quality products that meet customer needs. A successful product manager must have strong analytical and communication skills, as well as a deep understanding of the healthcare industry.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Product managers play a critical role in developing and launching new products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They work closely with cross-functional teams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Strong analytical and communication skills are required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Deep understanding of the healthcare industry is necessary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Improving patient care and outcomes is the ultimate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Key Responsibilities of a Product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As a product manager in healthcare, key responsibilities include defining product vision and strategy, gathering and prioritizing customer feedback, collaborating with cross-functional teams to develop and launch products, and analyzing market trends and competitor activity. Additionally, they must stay up-to-date on industry developments and regulatory changes that may impact the development of new products.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Define product vision and strategy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Gather and prioritize customer feedback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Collaborate with cross-functional teams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Analyze market trends and competitor activity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Stay up-to-date on industry developments</a:t>
            </a:r>
          </a:p>
        </p:txBody>
      </p:sp>
      <p:pic>
        <p:nvPicPr>
          <p:cNvPr id="5" name="Picture 4" descr="unsplash_LvDY2D-Fm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Healthcare Industry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The healthcare industry is constantly evolving, driven by advances in medical technology, changes in healthcare policy, and shifting patient preferences. As a product manager in healthcare, it's essential to stay informed about these trends, including the rise of telemedicine, personalized medicine, and value-based care. Understanding these trends can help inform product development and positioning.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Advances in medical technology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Changes in healthcare policy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Shifting patient preferences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Rise of telemedicine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Personalized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Product Manager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To be successful as a product manager in healthcare, one must possess a range of skills, including project management, market research, and data analysis. They must also be able to communicate effectively with stakeholders, from patients to clinicians to executives. Strong problem-solving and critical thinking skills are also essential.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Project management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Market research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Data analysis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Effective communication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Problem-solving and critical thinking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Facing Product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Product managers in healthcare face a range of challenges, including regulatory hurdles, complex reimbursement structures, and the need to balance patient needs with business objectives. They must also stay up-to-date on industry developments and regulatory changes that may impact product development and launch.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Regulatory hurdles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Complex reimbursement structures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Balancing patient needs with business objectives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Staying up-to-date on industry developments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Navigating regulatory changes</a:t>
            </a:r>
          </a:p>
        </p:txBody>
      </p:sp>
      <p:pic>
        <p:nvPicPr>
          <p:cNvPr id="5" name="Picture 4" descr="unsplash_ojOB7J4RlN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 - Conclusion Index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 to Product Management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Product Manager 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Product Management in Healthcare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Responsibilities of a Product Manager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Healthcare Industry Trends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Product Manager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Challenges Facing Product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