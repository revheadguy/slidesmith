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Sheet1!$A$2:$A$5</c:f>
              <c:strCache>
                <c:ptCount val="4"/>
                <c:pt idx="0">
                  <c:v>Q1</c:v>
                </c:pt>
                <c:pt idx="1">
                  <c:v>Q2</c:v>
                </c:pt>
                <c:pt idx="2">
                  <c:v>Q3</c:v>
                </c:pt>
                <c:pt idx="3">
                  <c:v>Q4</c:v>
                </c:pt>
              </c:strCache>
            </c:strRef>
          </c:cat>
          <c:val>
            <c:numRef>
              <c:f>Sheet1!$B$2:$B$5</c:f>
              <c:numCache>
                <c:formatCode>General</c:formatCode>
                <c:ptCount val="4"/>
                <c:pt idx="0">
                  <c:v>66</c:v>
                </c:pt>
                <c:pt idx="1">
                  <c:v>47</c:v>
                </c:pt>
                <c:pt idx="2">
                  <c:v>77</c:v>
                </c:pt>
                <c:pt idx="3">
                  <c:v>75</c:v>
                </c:pt>
              </c:numCache>
            </c:numRef>
          </c:val>
        </c:ser>
        <c:ser>
          <c:idx val="1"/>
          <c:order val="1"/>
          <c:tx>
            <c:strRef>
              <c:f>Sheet1!$C$1</c:f>
              <c:strCache>
                <c:ptCount val="1"/>
                <c:pt idx="0">
                  <c:v>Series 2</c:v>
                </c:pt>
              </c:strCache>
            </c:strRef>
          </c:tx>
          <c:cat>
            <c:strRef>
              <c:f>Sheet1!$A$2:$A$5</c:f>
              <c:strCache>
                <c:ptCount val="4"/>
                <c:pt idx="0">
                  <c:v>Q1</c:v>
                </c:pt>
                <c:pt idx="1">
                  <c:v>Q2</c:v>
                </c:pt>
                <c:pt idx="2">
                  <c:v>Q3</c:v>
                </c:pt>
                <c:pt idx="3">
                  <c:v>Q4</c:v>
                </c:pt>
              </c:strCache>
            </c:strRef>
          </c:cat>
          <c:val>
            <c:numRef>
              <c:f>Sheet1!$C$2:$C$5</c:f>
              <c:numCache>
                <c:formatCode>General</c:formatCode>
                <c:ptCount val="4"/>
                <c:pt idx="0">
                  <c:v>41</c:v>
                </c:pt>
                <c:pt idx="1">
                  <c:v>34</c:v>
                </c:pt>
                <c:pt idx="2">
                  <c:v>59</c:v>
                </c:pt>
                <c:pt idx="3">
                  <c:v>67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Oracle Server: A Comprehensive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What is Oracle Server?</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Key Features of Oracle Server</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Oracle Server offers a comprehensive set of features that enable organizations to build robust and scalable applications. Some of the key features include advanced data warehousing capabilities, support for distributed transactions, and robust security features.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Advanced data warehousing capabilities</a:t>
            </a:r>
          </a:p>
          <a:p>
            <a:pPr>
              <a:lnSpc>
                <a:spcPct val="120000"/>
              </a:lnSpc>
              <a:spcBef>
                <a:spcPts val="300"/>
              </a:spcBef>
              <a:spcAft>
                <a:spcPts val="300"/>
              </a:spcAft>
              <a:defRPr sz="1600">
                <a:solidFill>
                  <a:srgbClr val="0F172A"/>
                </a:solidFill>
              </a:defRPr>
            </a:pPr>
            <a:r>
              <a:t>• Support for distributed transactions</a:t>
            </a:r>
          </a:p>
          <a:p>
            <a:pPr>
              <a:lnSpc>
                <a:spcPct val="120000"/>
              </a:lnSpc>
              <a:spcBef>
                <a:spcPts val="300"/>
              </a:spcBef>
              <a:spcAft>
                <a:spcPts val="300"/>
              </a:spcAft>
              <a:defRPr sz="1600">
                <a:solidFill>
                  <a:srgbClr val="0F172A"/>
                </a:solidFill>
              </a:defRPr>
            </a:pPr>
            <a:r>
              <a:t>• Robust security features</a:t>
            </a:r>
          </a:p>
          <a:p>
            <a:pPr>
              <a:lnSpc>
                <a:spcPct val="120000"/>
              </a:lnSpc>
              <a:spcBef>
                <a:spcPts val="300"/>
              </a:spcBef>
              <a:spcAft>
                <a:spcPts val="300"/>
              </a:spcAft>
              <a:defRPr sz="1600">
                <a:solidFill>
                  <a:srgbClr val="0F172A"/>
                </a:solidFill>
              </a:defRPr>
            </a:pPr>
            <a:r>
              <a:t>• High-performance query optimization</a:t>
            </a:r>
          </a:p>
          <a:p>
            <a:pPr>
              <a:lnSpc>
                <a:spcPct val="120000"/>
              </a:lnSpc>
              <a:spcBef>
                <a:spcPts val="300"/>
              </a:spcBef>
              <a:spcAft>
                <a:spcPts val="300"/>
              </a:spcAft>
              <a:defRPr sz="1600">
                <a:solidFill>
                  <a:srgbClr val="0F172A"/>
                </a:solidFill>
              </a:defRPr>
            </a:pPr>
            <a:r>
              <a:t>• Real-time monitoring and reporting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Oracle Server Architecture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Oracle Server is designed to provide a highly scalable and reliable architecture. It uses a shared-nothing architecture, which enables multiple instances of the database to be run simultaneously, improving performance and availability.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Shared-nothing architecture</a:t>
            </a:r>
          </a:p>
          <a:p>
            <a:pPr>
              <a:lnSpc>
                <a:spcPct val="120000"/>
              </a:lnSpc>
              <a:spcBef>
                <a:spcPts val="300"/>
              </a:spcBef>
              <a:spcAft>
                <a:spcPts val="300"/>
              </a:spcAft>
              <a:defRPr sz="1600">
                <a:solidFill>
                  <a:srgbClr val="0F172A"/>
                </a:solidFill>
              </a:defRPr>
            </a:pPr>
            <a:r>
              <a:t>• Scalability through instance management</a:t>
            </a:r>
          </a:p>
          <a:p>
            <a:pPr>
              <a:lnSpc>
                <a:spcPct val="120000"/>
              </a:lnSpc>
              <a:spcBef>
                <a:spcPts val="300"/>
              </a:spcBef>
              <a:spcAft>
                <a:spcPts val="300"/>
              </a:spcAft>
              <a:defRPr sz="1600">
                <a:solidFill>
                  <a:srgbClr val="0F172A"/>
                </a:solidFill>
              </a:defRPr>
            </a:pPr>
            <a:r>
              <a:t>• High-availability features</a:t>
            </a:r>
          </a:p>
          <a:p>
            <a:pPr>
              <a:lnSpc>
                <a:spcPct val="120000"/>
              </a:lnSpc>
              <a:spcBef>
                <a:spcPts val="300"/>
              </a:spcBef>
              <a:spcAft>
                <a:spcPts val="300"/>
              </a:spcAft>
              <a:defRPr sz="1600">
                <a:solidFill>
                  <a:srgbClr val="0F172A"/>
                </a:solidFill>
              </a:defRPr>
            </a:pPr>
            <a:r>
              <a:t>• Support for heterogeneous storage</a:t>
            </a:r>
          </a:p>
          <a:p>
            <a:pPr>
              <a:lnSpc>
                <a:spcPct val="120000"/>
              </a:lnSpc>
              <a:spcBef>
                <a:spcPts val="300"/>
              </a:spcBef>
              <a:spcAft>
                <a:spcPts val="300"/>
              </a:spcAft>
              <a:defRPr sz="1600">
                <a:solidFill>
                  <a:srgbClr val="0F172A"/>
                </a:solidFill>
              </a:defRPr>
            </a:pPr>
            <a:r>
              <a:t>• Real-time monitoring and reporting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Oracle Server Editions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Oracle Server is available in various editions, each designed to cater to specific needs. Some of the key editions include Standard Edition, Enterprise Edition, and Cloud Edition.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Standard Edition: ideal for small to medium-sized organizations</a:t>
            </a:r>
          </a:p>
          <a:p>
            <a:pPr>
              <a:lnSpc>
                <a:spcPct val="120000"/>
              </a:lnSpc>
              <a:spcBef>
                <a:spcPts val="300"/>
              </a:spcBef>
              <a:spcAft>
                <a:spcPts val="300"/>
              </a:spcAft>
              <a:defRPr sz="1600">
                <a:solidFill>
                  <a:srgbClr val="0F172A"/>
                </a:solidFill>
              </a:defRPr>
            </a:pPr>
            <a:r>
              <a:t>• Enterprise Edition: provides advanced features and support for large-scale applications</a:t>
            </a:r>
          </a:p>
          <a:p>
            <a:pPr>
              <a:lnSpc>
                <a:spcPct val="120000"/>
              </a:lnSpc>
              <a:spcBef>
                <a:spcPts val="300"/>
              </a:spcBef>
              <a:spcAft>
                <a:spcPts val="300"/>
              </a:spcAft>
              <a:defRPr sz="1600">
                <a:solidFill>
                  <a:srgbClr val="0F172A"/>
                </a:solidFill>
              </a:defRPr>
            </a:pPr>
            <a:r>
              <a:t>• Cloud Edition: designed for cloud-based deployments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Benefits of Using Oracle Server</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Oracle Server offers numerous benefits to organizations, including improved performance, scalability, and reliability. Additionally, it provides robust security features and supports a wide range of operating systems.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Improved performance and scalability</a:t>
            </a:r>
          </a:p>
          <a:p>
            <a:pPr>
              <a:lnSpc>
                <a:spcPct val="120000"/>
              </a:lnSpc>
              <a:spcBef>
                <a:spcPts val="300"/>
              </a:spcBef>
              <a:spcAft>
                <a:spcPts val="300"/>
              </a:spcAft>
              <a:defRPr sz="1600">
                <a:solidFill>
                  <a:srgbClr val="0F172A"/>
                </a:solidFill>
              </a:defRPr>
            </a:pPr>
            <a:r>
              <a:t>• Robust security features</a:t>
            </a:r>
          </a:p>
          <a:p>
            <a:pPr>
              <a:lnSpc>
                <a:spcPct val="120000"/>
              </a:lnSpc>
              <a:spcBef>
                <a:spcPts val="300"/>
              </a:spcBef>
              <a:spcAft>
                <a:spcPts val="300"/>
              </a:spcAft>
              <a:defRPr sz="1600">
                <a:solidFill>
                  <a:srgbClr val="0F172A"/>
                </a:solidFill>
              </a:defRPr>
            </a:pPr>
            <a:r>
              <a:t>• Support for heterogeneous storage</a:t>
            </a:r>
          </a:p>
          <a:p>
            <a:pPr>
              <a:lnSpc>
                <a:spcPct val="120000"/>
              </a:lnSpc>
              <a:spcBef>
                <a:spcPts val="300"/>
              </a:spcBef>
              <a:spcAft>
                <a:spcPts val="300"/>
              </a:spcAft>
              <a:defRPr sz="1600">
                <a:solidFill>
                  <a:srgbClr val="0F172A"/>
                </a:solidFill>
              </a:defRPr>
            </a:pPr>
            <a:r>
              <a:t>• Real-time monitoring and reporting</a:t>
            </a:r>
          </a:p>
          <a:p>
            <a:pPr>
              <a:lnSpc>
                <a:spcPct val="120000"/>
              </a:lnSpc>
              <a:spcBef>
                <a:spcPts val="300"/>
              </a:spcBef>
              <a:spcAft>
                <a:spcPts val="300"/>
              </a:spcAft>
              <a:defRPr sz="1600">
                <a:solidFill>
                  <a:srgbClr val="0F172A"/>
                </a:solidFill>
              </a:defRPr>
            </a:pPr>
            <a:r>
              <a:t>• Compatibility with a wide range of operating systems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Oracle Server Use Cases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Oracle Server is used in a wide range of applications, including data warehousing, business intelligence, and enterprise resource planning. It is also used for building scalable and reliable web applications.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Data warehousing and business intelligence</a:t>
            </a:r>
          </a:p>
          <a:p>
            <a:pPr>
              <a:lnSpc>
                <a:spcPct val="120000"/>
              </a:lnSpc>
              <a:spcBef>
                <a:spcPts val="300"/>
              </a:spcBef>
              <a:spcAft>
                <a:spcPts val="300"/>
              </a:spcAft>
              <a:defRPr sz="1600">
                <a:solidFill>
                  <a:srgbClr val="0F172A"/>
                </a:solidFill>
              </a:defRPr>
            </a:pPr>
            <a:r>
              <a:t>• Enterprise resource planning (ERP) systems</a:t>
            </a:r>
          </a:p>
          <a:p>
            <a:pPr>
              <a:lnSpc>
                <a:spcPct val="120000"/>
              </a:lnSpc>
              <a:spcBef>
                <a:spcPts val="300"/>
              </a:spcBef>
              <a:spcAft>
                <a:spcPts val="300"/>
              </a:spcAft>
              <a:defRPr sz="1600">
                <a:solidFill>
                  <a:srgbClr val="0F172A"/>
                </a:solidFill>
              </a:defRPr>
            </a:pPr>
            <a:r>
              <a:t>• Web application development</a:t>
            </a:r>
          </a:p>
          <a:p>
            <a:pPr>
              <a:lnSpc>
                <a:spcPct val="120000"/>
              </a:lnSpc>
              <a:spcBef>
                <a:spcPts val="300"/>
              </a:spcBef>
              <a:spcAft>
                <a:spcPts val="300"/>
              </a:spcAft>
              <a:defRPr sz="1600">
                <a:solidFill>
                  <a:srgbClr val="0F172A"/>
                </a:solidFill>
              </a:defRPr>
            </a:pPr>
            <a:r>
              <a:t>• Customer relationship management (CRM) systems</a:t>
            </a:r>
          </a:p>
          <a:p>
            <a:pPr>
              <a:lnSpc>
                <a:spcPct val="120000"/>
              </a:lnSpc>
              <a:spcBef>
                <a:spcPts val="300"/>
              </a:spcBef>
              <a:spcAft>
                <a:spcPts val="300"/>
              </a:spcAft>
              <a:defRPr sz="1600">
                <a:solidFill>
                  <a:srgbClr val="0F172A"/>
                </a:solidFill>
              </a:defRPr>
            </a:pPr>
            <a:r>
              <a:t>• Supply chain management (SCM) systems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In conclusion, Oracle Server is a powerful and comprehensive relational database management system that offers numerous benefits to organizations. Its scalability, reliability, and robust security features make it an ideal choice for building large-scale applications.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Oracle Server provides a scalable and reliable platform for building large-scale applications</a:t>
            </a:r>
          </a:p>
          <a:p>
            <a:pPr>
              <a:lnSpc>
                <a:spcPct val="120000"/>
              </a:lnSpc>
              <a:spcBef>
                <a:spcPts val="300"/>
              </a:spcBef>
              <a:spcAft>
                <a:spcPts val="300"/>
              </a:spcAft>
              <a:defRPr sz="1600">
                <a:solidFill>
                  <a:srgbClr val="0F172A"/>
                </a:solidFill>
              </a:defRPr>
            </a:pPr>
            <a:r>
              <a:t>• Robust security features ensure data protection</a:t>
            </a:r>
          </a:p>
          <a:p>
            <a:pPr>
              <a:lnSpc>
                <a:spcPct val="120000"/>
              </a:lnSpc>
              <a:spcBef>
                <a:spcPts val="300"/>
              </a:spcBef>
              <a:spcAft>
                <a:spcPts val="300"/>
              </a:spcAft>
              <a:defRPr sz="1600">
                <a:solidFill>
                  <a:srgbClr val="0F172A"/>
                </a:solidFill>
              </a:defRPr>
            </a:pPr>
            <a:r>
              <a:t>• Supports a wide range of operating systems</a:t>
            </a:r>
          </a:p>
          <a:p>
            <a:pPr>
              <a:lnSpc>
                <a:spcPct val="120000"/>
              </a:lnSpc>
              <a:spcBef>
                <a:spcPts val="300"/>
              </a:spcBef>
              <a:spcAft>
                <a:spcPts val="300"/>
              </a:spcAft>
              <a:defRPr sz="1600">
                <a:solidFill>
                  <a:srgbClr val="0F172A"/>
                </a:solidFill>
              </a:defRPr>
            </a:pPr>
            <a:r>
              <a:t>• Real-time monitoring and reporting enable proactive management</a:t>
            </a:r>
          </a:p>
          <a:p>
            <a:pPr>
              <a:lnSpc>
                <a:spcPct val="120000"/>
              </a:lnSpc>
              <a:spcBef>
                <a:spcPts val="300"/>
              </a:spcBef>
              <a:spcAft>
                <a:spcPts val="300"/>
              </a:spcAft>
              <a:defRPr sz="1600">
                <a:solidFill>
                  <a:srgbClr val="0F172A"/>
                </a:solidFill>
              </a:defRPr>
            </a:pPr>
            <a:r>
              <a:t>• Comprehensive set of features enables advanced analytics and business intelligence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What is Oracle Server?</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Oracle Server Editions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Oracle Server?</a:t>
            </a:r>
          </a:p>
          <a:p>
            <a:pPr>
              <a:spcBef>
                <a:spcPts val="800"/>
              </a:spcBef>
              <a:spcAft>
                <a:spcPts val="800"/>
              </a:spcAft>
              <a:defRPr sz="2000">
                <a:solidFill>
                  <a:srgbClr val="F59E0B"/>
                </a:solidFill>
              </a:defRPr>
            </a:pPr>
            <a:r>
              <a:t>✓ Key Features of Oracle Server</a:t>
            </a:r>
          </a:p>
          <a:p>
            <a:pPr>
              <a:spcBef>
                <a:spcPts val="800"/>
              </a:spcBef>
              <a:spcAft>
                <a:spcPts val="800"/>
              </a:spcAft>
              <a:defRPr sz="2000">
                <a:solidFill>
                  <a:srgbClr val="F59E0B"/>
                </a:solidFill>
              </a:defRPr>
            </a:pPr>
            <a:r>
              <a:t>✓ Oracle Server Architecture</a:t>
            </a:r>
          </a:p>
          <a:p>
            <a:pPr>
              <a:spcBef>
                <a:spcPts val="800"/>
              </a:spcBef>
              <a:spcAft>
                <a:spcPts val="800"/>
              </a:spcAft>
              <a:defRPr sz="2000">
                <a:solidFill>
                  <a:srgbClr val="F59E0B"/>
                </a:solidFill>
              </a:defRPr>
            </a:pPr>
            <a:r>
              <a:t>✓ Oracle Server Editions</a:t>
            </a:r>
          </a:p>
          <a:p>
            <a:pPr>
              <a:spcBef>
                <a:spcPts val="800"/>
              </a:spcBef>
              <a:spcAft>
                <a:spcPts val="800"/>
              </a:spcAft>
              <a:defRPr sz="2000">
                <a:solidFill>
                  <a:srgbClr val="F59E0B"/>
                </a:solidFill>
              </a:defRPr>
            </a:pPr>
            <a:r>
              <a:t>✓ Benefits of Using Oracle Server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