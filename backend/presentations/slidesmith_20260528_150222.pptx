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5C6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Data Structures in Amazon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J0eqDgSQDY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J0eqDgSQDY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64748B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