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The Future of Education: AI in Universities</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F59E0B"/>
                </a:solidFill>
              </a:defRPr>
            </a:pPr>
            <a:r>
              <a:t>Generated Presentation for AI in Universities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Introduction to AI in Higher Education</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What is AI?</a:t>
            </a:r>
          </a:p>
          <a:p>
            <a:pPr>
              <a:spcBef>
                <a:spcPts val="600"/>
              </a:spcBef>
              <a:spcAft>
                <a:spcPts val="600"/>
              </a:spcAft>
              <a:defRPr sz="1800">
                <a:solidFill>
                  <a:srgbClr val="0F172A"/>
                </a:solidFill>
              </a:defRPr>
            </a:pPr>
            <a:r>
              <a:t>• Why is it important?</a:t>
            </a:r>
          </a:p>
          <a:p>
            <a:pPr>
              <a:spcBef>
                <a:spcPts val="600"/>
              </a:spcBef>
              <a:spcAft>
                <a:spcPts val="600"/>
              </a:spcAft>
              <a:defRPr sz="1800">
                <a:solidFill>
                  <a:srgbClr val="0F172A"/>
                </a:solidFill>
              </a:defRPr>
            </a:pPr>
            <a:r>
              <a:t>• Current state of AI in universities</a:t>
            </a:r>
          </a:p>
          <a:p>
            <a:br/>
            <a:pPr>
              <a:spcBef>
                <a:spcPts val="600"/>
              </a:spcBef>
              <a:spcAft>
                <a:spcPts val="600"/>
              </a:spcAft>
              <a:defRPr sz="1800">
                <a:solidFill>
                  <a:srgbClr val="0F172A"/>
                </a:solidFill>
              </a:defRPr>
            </a:pPr>
            <a:r>
              <a:t>Artificial intelligence (AI) has revolutionized various industries, and its impact on higher education is no exception. AI has the potential to transform learning outcomes by providing personalized experiences for students, streamlining administrative tasks, and enhancing research capabilities. By leveraging machine learning algorithms and natural language processing, AI can analyze vast amounts of data to identify trends, predict student success, and inform evidence-based decision making.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Enhancing Teaching and Learning with AI</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Personalized learning</a:t>
            </a:r>
          </a:p>
          <a:p>
            <a:pPr>
              <a:spcBef>
                <a:spcPts val="600"/>
              </a:spcBef>
              <a:spcAft>
                <a:spcPts val="600"/>
              </a:spcAft>
              <a:defRPr sz="1800">
                <a:solidFill>
                  <a:srgbClr val="0F172A"/>
                </a:solidFill>
              </a:defRPr>
            </a:pPr>
            <a:r>
              <a:t>• Intelligent tutoring systems</a:t>
            </a:r>
          </a:p>
          <a:p>
            <a:pPr>
              <a:spcBef>
                <a:spcPts val="600"/>
              </a:spcBef>
              <a:spcAft>
                <a:spcPts val="600"/>
              </a:spcAft>
              <a:defRPr sz="1800">
                <a:solidFill>
                  <a:srgbClr val="0F172A"/>
                </a:solidFill>
              </a:defRPr>
            </a:pPr>
            <a:r>
              <a:t>• Automated grading</a:t>
            </a:r>
          </a:p>
          <a:p>
            <a:br/>
            <a:pPr>
              <a:spcBef>
                <a:spcPts val="600"/>
              </a:spcBef>
              <a:spcAft>
                <a:spcPts val="600"/>
              </a:spcAft>
              <a:defRPr sz="1800">
                <a:solidFill>
                  <a:srgbClr val="0F172A"/>
                </a:solidFill>
              </a:defRPr>
            </a:pPr>
            <a:r>
              <a:t>By integrating AI into educational settings, instructors can create personalized learning experiences that cater to individual students' needs, abilities, and learning styles. This can be achieved through intelligent tutoring systems that provide real-time feedback and guidance, helping students stay on track and overcome challenges.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AI-Powered Student Support Systems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Virtual mentorship</a:t>
            </a:r>
          </a:p>
          <a:p>
            <a:pPr>
              <a:spcBef>
                <a:spcPts val="600"/>
              </a:spcBef>
              <a:spcAft>
                <a:spcPts val="600"/>
              </a:spcAft>
              <a:defRPr sz="1800">
                <a:solidFill>
                  <a:srgbClr val="0F172A"/>
                </a:solidFill>
              </a:defRPr>
            </a:pPr>
            <a:r>
              <a:t>• Chatbots for mental health support</a:t>
            </a:r>
          </a:p>
          <a:p>
            <a:pPr>
              <a:spcBef>
                <a:spcPts val="600"/>
              </a:spcBef>
              <a:spcAft>
                <a:spcPts val="600"/>
              </a:spcAft>
              <a:defRPr sz="1800">
                <a:solidFill>
                  <a:srgbClr val="0F172A"/>
                </a:solidFill>
              </a:defRPr>
            </a:pPr>
            <a:r>
              <a:t>• Predictive analytics for student retention</a:t>
            </a:r>
          </a:p>
          <a:p>
            <a:br/>
            <a:pPr>
              <a:spcBef>
                <a:spcPts val="600"/>
              </a:spcBef>
              <a:spcAft>
                <a:spcPts val="600"/>
              </a:spcAft>
              <a:defRPr sz="1800">
                <a:solidFill>
                  <a:srgbClr val="0F172A"/>
                </a:solidFill>
              </a:defRPr>
            </a:pPr>
            <a:r>
              <a:t>AI-powered student support systems utilize cutting-edge technology to provide personalized guidance and support to students, empowering them to succeed academically and personally. This innovative approach combines virtual mentorship with AI-driven chatbots to offer mental health support, as well as predictive analytics to identify at-risk students and develop targeted retention strategies. By leveraging these tools, institutions can create a more inclusive and supportive learning environment that fosters student success and well-being.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Research and Discovery with AI in Universities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Big data analysis</a:t>
            </a:r>
          </a:p>
          <a:p>
            <a:pPr>
              <a:spcBef>
                <a:spcPts val="600"/>
              </a:spcBef>
              <a:spcAft>
                <a:spcPts val="600"/>
              </a:spcAft>
              <a:defRPr sz="1800">
                <a:solidFill>
                  <a:srgbClr val="0F172A"/>
                </a:solidFill>
              </a:defRPr>
            </a:pPr>
            <a:r>
              <a:t>• Machine learning applications</a:t>
            </a:r>
          </a:p>
          <a:p>
            <a:pPr>
              <a:spcBef>
                <a:spcPts val="600"/>
              </a:spcBef>
              <a:spcAft>
                <a:spcPts val="600"/>
              </a:spcAft>
              <a:defRPr sz="1800">
                <a:solidFill>
                  <a:srgbClr val="0F172A"/>
                </a:solidFill>
              </a:defRPr>
            </a:pPr>
            <a:r>
              <a:t>• AI-assisted research collaborations</a:t>
            </a:r>
          </a:p>
          <a:p>
            <a:br/>
            <a:pPr>
              <a:spcBef>
                <a:spcPts val="600"/>
              </a:spcBef>
              <a:spcAft>
                <a:spcPts val="600"/>
              </a:spcAft>
              <a:defRPr sz="1800">
                <a:solidFill>
                  <a:srgbClr val="0F172A"/>
                </a:solidFill>
              </a:defRPr>
            </a:pPr>
            <a:r>
              <a:t>As universities embark on the AI journey, research and discovery are revolutionized through big data analysis, enabling the identification of patterns and trends that inform decision-making. Machine learning applications further augment this process by automating tasks, streamlining workflows, and providing predictive insights. Furthermore, AI-assisted research collaborations foster new forms of interdisciplinary teamwork, facilitating breakthroughs and accelerating innovation.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Challenges and Opportunities for AI Adoption in Higher Education</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Data privacy concerns</a:t>
            </a:r>
          </a:p>
          <a:p>
            <a:pPr>
              <a:spcBef>
                <a:spcPts val="600"/>
              </a:spcBef>
              <a:spcAft>
                <a:spcPts val="600"/>
              </a:spcAft>
              <a:defRPr sz="1800">
                <a:solidFill>
                  <a:srgbClr val="0F172A"/>
                </a:solidFill>
              </a:defRPr>
            </a:pPr>
            <a:r>
              <a:t>• Ethical considerations</a:t>
            </a:r>
          </a:p>
          <a:p>
            <a:pPr>
              <a:spcBef>
                <a:spcPts val="600"/>
              </a:spcBef>
              <a:spcAft>
                <a:spcPts val="600"/>
              </a:spcAft>
              <a:defRPr sz="1800">
                <a:solidFill>
                  <a:srgbClr val="0F172A"/>
                </a:solidFill>
              </a:defRPr>
            </a:pPr>
            <a:r>
              <a:t>• Scalability and accessibility issues</a:t>
            </a:r>
          </a:p>
          <a:p>
            <a:br/>
            <a:pPr>
              <a:spcBef>
                <a:spcPts val="600"/>
              </a:spcBef>
              <a:spcAft>
                <a:spcPts val="600"/>
              </a:spcAft>
              <a:defRPr sz="1800">
                <a:solidFill>
                  <a:srgbClr val="0F172A"/>
                </a:solidFill>
              </a:defRPr>
            </a:pPr>
            <a:r>
              <a:t>The adoption of artificial intelligence (AI) in higher education is hindered by several challenges, including data privacy concerns that arise from the collection and storage of sensitive student information. Additionally, ethical considerations must be taken into account to ensure AI systems are fair and unbiased in their decision-making processes. Furthermore, scalability and accessibility issues must be addressed to ensure AI-powered tools are available and usable for students with varying levels of technological proficiency.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The Future of AI in Universities: Opportunities and Outlook</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Trends and predictions</a:t>
            </a:r>
          </a:p>
          <a:p>
            <a:pPr>
              <a:spcBef>
                <a:spcPts val="600"/>
              </a:spcBef>
              <a:spcAft>
                <a:spcPts val="600"/>
              </a:spcAft>
              <a:defRPr sz="1800">
                <a:solidFill>
                  <a:srgbClr val="0F172A"/>
                </a:solidFill>
              </a:defRPr>
            </a:pPr>
            <a:r>
              <a:t>• Best practices for implementation</a:t>
            </a:r>
          </a:p>
          <a:p>
            <a:pPr>
              <a:spcBef>
                <a:spcPts val="600"/>
              </a:spcBef>
              <a:spcAft>
                <a:spcPts val="600"/>
              </a:spcAft>
              <a:defRPr sz="1800">
                <a:solidFill>
                  <a:srgbClr val="0F172A"/>
                </a:solidFill>
              </a:defRPr>
            </a:pPr>
            <a:r>
              <a:t>• Call to action for educators and administrators</a:t>
            </a:r>
          </a:p>
          <a:p>
            <a:br/>
            <a:pPr>
              <a:spcBef>
                <a:spcPts val="600"/>
              </a:spcBef>
              <a:spcAft>
                <a:spcPts val="600"/>
              </a:spcAft>
              <a:defRPr sz="1800">
                <a:solidFill>
                  <a:srgbClr val="0F172A"/>
                </a:solidFill>
              </a:defRPr>
            </a:pPr>
            <a:r>
              <a:t>As the education landscape continues to evolve, the integration of Artificial Intelligence (AI) is poised to revolutionize the way universities operate, with potential applications in personalized learning, data-driven decision making, and enhanced student outcomes. This presentation will explore the trends and predictions shaping the future of AI in higher education, while highlighting best practices for successful implementation and issuing a call to action for educators and administrators to capitalize on this transformative technology.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AI in Higher Education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Research and Discovery with AI in Universities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The Future of AI in Universities: Opportunities and Outlook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AI in Higher Education</a:t>
            </a:r>
          </a:p>
          <a:p>
            <a:pPr>
              <a:spcBef>
                <a:spcPts val="800"/>
              </a:spcBef>
              <a:spcAft>
                <a:spcPts val="800"/>
              </a:spcAft>
              <a:defRPr sz="2000">
                <a:solidFill>
                  <a:srgbClr val="F59E0B"/>
                </a:solidFill>
              </a:defRPr>
            </a:pPr>
            <a:r>
              <a:t>✓ Enhancing Teaching and Learning with AI</a:t>
            </a:r>
          </a:p>
          <a:p>
            <a:pPr>
              <a:spcBef>
                <a:spcPts val="800"/>
              </a:spcBef>
              <a:spcAft>
                <a:spcPts val="800"/>
              </a:spcAft>
              <a:defRPr sz="2000">
                <a:solidFill>
                  <a:srgbClr val="F59E0B"/>
                </a:solidFill>
              </a:defRPr>
            </a:pPr>
            <a:r>
              <a:t>✓ AI-Powered Student Support Systems</a:t>
            </a:r>
          </a:p>
          <a:p>
            <a:pPr>
              <a:spcBef>
                <a:spcPts val="800"/>
              </a:spcBef>
              <a:spcAft>
                <a:spcPts val="800"/>
              </a:spcAft>
              <a:defRPr sz="2000">
                <a:solidFill>
                  <a:srgbClr val="F59E0B"/>
                </a:solidFill>
              </a:defRPr>
            </a:pPr>
            <a:r>
              <a:t>✓ Research and Discovery with AI in Universities</a:t>
            </a:r>
          </a:p>
          <a:p>
            <a:pPr>
              <a:spcBef>
                <a:spcPts val="800"/>
              </a:spcBef>
              <a:spcAft>
                <a:spcPts val="800"/>
              </a:spcAft>
              <a:defRPr sz="2000">
                <a:solidFill>
                  <a:srgbClr val="F59E0B"/>
                </a:solidFill>
              </a:defRPr>
            </a:pPr>
            <a:r>
              <a:t>✓ Challenges and Opportunities for AI Adoption in Higher Education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