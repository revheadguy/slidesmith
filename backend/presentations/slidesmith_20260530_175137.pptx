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F51B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355079" y="-1143000"/>
            <a:ext cx="4114800" cy="4114800"/>
          </a:xfrm>
          <a:prstGeom prst="ellipse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" y="4754880"/>
            <a:ext cx="2011680" cy="2011680"/>
          </a:xfrm>
          <a:prstGeom prst="ellipse">
            <a:avLst/>
          </a:prstGeom>
          <a:noFill/>
          <a:ln w="31750">
            <a:solidFill>
              <a:srgbClr val="5C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000" b="1">
                <a:solidFill>
                  <a:srgbClr val="FFFFFF"/>
                </a:solidFill>
              </a:defRPr>
            </a:pPr>
            <a:r>
              <a:t>Google Cloud Revenue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Introduction to Google Cloud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68096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64748B"/>
                </a:solidFill>
              </a:defRPr>
            </a:pPr>
            <a:r>
              <a:t>Google Cloud is a rapidly growing segment of the company's revenue, driven by increasing adoption of cloud-based services. In recent years, the platform has seen significant growth, with revenues exceeding $13 billion in 2020.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2606039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560320"/>
            <a:ext cx="7589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Cloud computing market leader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3337559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291839"/>
            <a:ext cx="7589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Artificial intelligence focus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4069079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023359"/>
            <a:ext cx="7589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Machine learning capabilities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537960"/>
            <a:ext cx="82296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56539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Google Cloud Revenue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65392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Google Cloud Revenue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4114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0F172A"/>
                </a:solidFill>
              </a:defRPr>
            </a:pPr>
            <a:r>
              <a:t>Google Cloud's revenue is primarily generated through its Infrastructure as a Service (IaaS) and Platform as a Service (PaaS) offerings. The IaaS segment, which includes Google Compute Engine, accounts for the majority of revenue.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3392424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3337560"/>
            <a:ext cx="38587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0F172A"/>
                </a:solidFill>
              </a:defRPr>
            </a:pPr>
            <a:r>
              <a:t>IaaS dominates revenue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4123944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4069080"/>
            <a:ext cx="38587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0F172A"/>
                </a:solidFill>
              </a:defRPr>
            </a:pPr>
            <a:r>
              <a:t>PaaS growth momentum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4855464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4800600"/>
            <a:ext cx="38587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0F172A"/>
                </a:solidFill>
              </a:defRPr>
            </a:pPr>
            <a:r>
              <a:t>G Suite sales contribute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5586983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5532120"/>
            <a:ext cx="38587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0F172A"/>
                </a:solidFill>
              </a:defRPr>
            </a:pPr>
            <a:r>
              <a:t>Enterprise adoption drives growth</a:t>
            </a:r>
          </a:p>
        </p:txBody>
      </p:sp>
      <p:pic>
        <p:nvPicPr>
          <p:cNvPr id="13" name="Picture 12" descr="unsplash_shr_Xn8S8Q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840480" cy="49377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57200" y="6537960"/>
            <a:ext cx="82296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Google Cloud Revenue 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565392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Google Cloud Revenue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68096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64748B"/>
                </a:solidFill>
              </a:defRPr>
            </a:pPr>
            <a:r>
              <a:t>Google Cloud's revenue has experienced consistent growth over the past few years, with a compound annual growth rate (CAGR) of over 50%. This rapid expansion is driven by increasing demand for cloud-based services, particularly among large enterprises.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2606039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560320"/>
            <a:ext cx="7589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Consistent revenue growth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3337559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291839"/>
            <a:ext cx="7589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Large enterprise adoption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4069079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023359"/>
            <a:ext cx="7589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Cloud demand drives growth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537960"/>
            <a:ext cx="82296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56539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Google Cloud Revenue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65392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Google Cloud Revenue Forecast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4114800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0F172A"/>
                </a:solidFill>
              </a:defRPr>
            </a:pPr>
            <a:r>
              <a:t>As the cloud computing market continues to expand, Google Cloud is poised for continued revenue growth. According to market research firms, the company's revenue is expected to exceed $20 billion by 2025.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3099816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3044952"/>
            <a:ext cx="38587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0F172A"/>
                </a:solidFill>
              </a:defRPr>
            </a:pPr>
            <a:r>
              <a:t>Revenue exceeds $20 billion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3831335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3776472"/>
            <a:ext cx="38587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0F172A"/>
                </a:solidFill>
              </a:defRPr>
            </a:pPr>
            <a:r>
              <a:t>Continued growth momentum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4562855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4507992"/>
            <a:ext cx="38587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0F172A"/>
                </a:solidFill>
              </a:defRPr>
            </a:pPr>
            <a:r>
              <a:t>Large enterprise adoption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5294375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5239512"/>
            <a:ext cx="38587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0F172A"/>
                </a:solidFill>
              </a:defRPr>
            </a:pPr>
            <a:r>
              <a:t>Small business growth opportunities</a:t>
            </a:r>
          </a:p>
        </p:txBody>
      </p:sp>
      <p:pic>
        <p:nvPicPr>
          <p:cNvPr id="13" name="Picture 12" descr="unsplash_shr_Xn8S8Q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840480" cy="49377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57200" y="6537960"/>
            <a:ext cx="82296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Google Cloud Revenue 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565392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40AF"/>
                </a:solidFill>
              </a:defRPr>
            </a:pPr>
            <a:r>
              <a:t>Conclusion: Google Cloud Revenue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188720"/>
            <a:ext cx="18288" cy="384048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0" y="1188720"/>
            <a:ext cx="18288" cy="384048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What We</a:t>
            </a:r>
            <a:br/>
            <a:r>
              <a:t>Learned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237743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Growth momentum continues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188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Key</a:t>
            </a:r>
            <a:br/>
            <a:r>
              <a:t>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920240"/>
            <a:ext cx="237743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Cloud computing market leader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188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What's</a:t>
            </a:r>
            <a:br/>
            <a:r>
              <a:t>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1920240"/>
            <a:ext cx="237743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Artificial intelligence focus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Machine learning capabilities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Global expansion strategy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120640"/>
            <a:ext cx="822960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Thank you for your attention | Questions?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"/>
            <a:ext cx="9144000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40AF"/>
                </a:solidFill>
              </a:defRPr>
            </a:pPr>
            <a:r>
              <a:t>Presentation Flow</a:t>
            </a:r>
          </a:p>
        </p:txBody>
      </p:sp>
      <p:cxnSp>
        <p:nvCxnSpPr>
          <p:cNvPr id="900" name="DiagConnector"/>
          <p:cNvCxnSpPr/>
          <p:nvPr/>
        </p:nvCxnSpPr>
        <p:spPr>
          <a:xfrm>
            <a:off x="758952" y="1444752"/>
            <a:ext cx="5029200" cy="2743200"/>
          </a:xfrm>
          <a:prstGeom prst="line">
            <a:avLst/>
          </a:prstGeom>
          <a:ln w="18000">
            <a:solidFill>
              <a:srgbClr val="CBD5E1"/>
            </a:solidFill>
            <a:prstDash val="sysDash"/>
          </a:ln>
        </p:spPr>
      </p:cxnSp>
      <p:sp>
        <p:nvSpPr>
          <p:cNvPr id="901" name="Rectangle 900"/>
          <p:cNvSpPr/>
          <p:nvPr/>
        </p:nvSpPr>
        <p:spPr>
          <a:xfrm>
            <a:off x="557784" y="1152144"/>
            <a:ext cx="31089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" name="Rectangle 901"/>
          <p:cNvSpPr/>
          <p:nvPr/>
        </p:nvSpPr>
        <p:spPr>
          <a:xfrm>
            <a:off x="502920" y="1097280"/>
            <a:ext cx="3108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Rectangle 902"/>
          <p:cNvSpPr/>
          <p:nvPr/>
        </p:nvSpPr>
        <p:spPr>
          <a:xfrm>
            <a:off x="502920" y="1097280"/>
            <a:ext cx="54864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Oval 903"/>
          <p:cNvSpPr/>
          <p:nvPr/>
        </p:nvSpPr>
        <p:spPr>
          <a:xfrm>
            <a:off x="502920" y="1188720"/>
            <a:ext cx="512064" cy="512064"/>
          </a:xfrm>
          <a:prstGeom prst="ellipse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1271016" y="1261872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40AF"/>
                </a:solidFill>
              </a:defRPr>
            </a:pPr>
            <a:r>
              <a:t>Introduction to Google Cloud Revenue</a:t>
            </a:r>
          </a:p>
        </p:txBody>
      </p:sp>
      <p:sp>
        <p:nvSpPr>
          <p:cNvPr id="906" name="Rectangle 905"/>
          <p:cNvSpPr/>
          <p:nvPr/>
        </p:nvSpPr>
        <p:spPr>
          <a:xfrm>
            <a:off x="667512" y="1700784"/>
            <a:ext cx="277977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TextBox 906"/>
          <p:cNvSpPr txBox="1"/>
          <p:nvPr/>
        </p:nvSpPr>
        <p:spPr>
          <a:xfrm>
            <a:off x="704088" y="1773936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Cloud computing market leader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Artificial intelligence focus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Machine learning capabilities</a:t>
            </a:r>
          </a:p>
        </p:txBody>
      </p:sp>
      <p:sp>
        <p:nvSpPr>
          <p:cNvPr id="908" name="Rectangle 907"/>
          <p:cNvSpPr/>
          <p:nvPr/>
        </p:nvSpPr>
        <p:spPr>
          <a:xfrm>
            <a:off x="3072384" y="2523744"/>
            <a:ext cx="31089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Rectangle 908"/>
          <p:cNvSpPr/>
          <p:nvPr/>
        </p:nvSpPr>
        <p:spPr>
          <a:xfrm>
            <a:off x="3017520" y="2468880"/>
            <a:ext cx="3108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Rectangle 909"/>
          <p:cNvSpPr/>
          <p:nvPr/>
        </p:nvSpPr>
        <p:spPr>
          <a:xfrm>
            <a:off x="3017520" y="2468880"/>
            <a:ext cx="54864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" name="Oval 910"/>
          <p:cNvSpPr/>
          <p:nvPr/>
        </p:nvSpPr>
        <p:spPr>
          <a:xfrm>
            <a:off x="3017520" y="2560320"/>
            <a:ext cx="512064" cy="512064"/>
          </a:xfrm>
          <a:prstGeom prst="ellipse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3785615" y="2633472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40AF"/>
                </a:solidFill>
              </a:defRPr>
            </a:pPr>
            <a:r>
              <a:t>Google Cloud Revenue Breakdown</a:t>
            </a:r>
          </a:p>
        </p:txBody>
      </p:sp>
      <p:sp>
        <p:nvSpPr>
          <p:cNvPr id="913" name="Rectangle 912"/>
          <p:cNvSpPr/>
          <p:nvPr/>
        </p:nvSpPr>
        <p:spPr>
          <a:xfrm>
            <a:off x="3182112" y="3072384"/>
            <a:ext cx="277977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4" name="TextBox 913"/>
          <p:cNvSpPr txBox="1"/>
          <p:nvPr/>
        </p:nvSpPr>
        <p:spPr>
          <a:xfrm>
            <a:off x="3218688" y="3145536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IaaS dominates revenue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PaaS growth momentum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G Suite sales contribute</a:t>
            </a:r>
          </a:p>
        </p:txBody>
      </p:sp>
      <p:sp>
        <p:nvSpPr>
          <p:cNvPr id="915" name="Rectangle 914"/>
          <p:cNvSpPr/>
          <p:nvPr/>
        </p:nvSpPr>
        <p:spPr>
          <a:xfrm>
            <a:off x="5586983" y="3895344"/>
            <a:ext cx="31089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6" name="Rectangle 915"/>
          <p:cNvSpPr/>
          <p:nvPr/>
        </p:nvSpPr>
        <p:spPr>
          <a:xfrm>
            <a:off x="5532120" y="3840480"/>
            <a:ext cx="3108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7" name="Rectangle 916"/>
          <p:cNvSpPr/>
          <p:nvPr/>
        </p:nvSpPr>
        <p:spPr>
          <a:xfrm>
            <a:off x="5532120" y="3840480"/>
            <a:ext cx="54864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8" name="Oval 917"/>
          <p:cNvSpPr/>
          <p:nvPr/>
        </p:nvSpPr>
        <p:spPr>
          <a:xfrm>
            <a:off x="5532120" y="3931920"/>
            <a:ext cx="512064" cy="512064"/>
          </a:xfrm>
          <a:prstGeom prst="ellipse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19" name="TextBox 918"/>
          <p:cNvSpPr txBox="1"/>
          <p:nvPr/>
        </p:nvSpPr>
        <p:spPr>
          <a:xfrm>
            <a:off x="6300215" y="4005072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40AF"/>
                </a:solidFill>
              </a:defRPr>
            </a:pPr>
            <a:r>
              <a:t>Google Cloud Revenue Trends</a:t>
            </a:r>
          </a:p>
        </p:txBody>
      </p:sp>
      <p:sp>
        <p:nvSpPr>
          <p:cNvPr id="920" name="Rectangle 919"/>
          <p:cNvSpPr/>
          <p:nvPr/>
        </p:nvSpPr>
        <p:spPr>
          <a:xfrm>
            <a:off x="5696712" y="4443984"/>
            <a:ext cx="277977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1" name="TextBox 920"/>
          <p:cNvSpPr txBox="1"/>
          <p:nvPr/>
        </p:nvSpPr>
        <p:spPr>
          <a:xfrm>
            <a:off x="5733288" y="4517136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Consistent revenue growth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Large enterprise adoption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Cloud demand drives growth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896112"/>
            <a:ext cx="27432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0120" y="1097280"/>
            <a:ext cx="731520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051560"/>
            <a:ext cx="7315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" y="1293876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216151"/>
            <a:ext cx="6565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600" b="1">
                <a:solidFill>
                  <a:srgbClr val="1E40AF"/>
                </a:solidFill>
              </a:defRPr>
            </a:pPr>
            <a:r>
              <a:t>Introduction to Google Cloud Revenue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1984248"/>
            <a:ext cx="731520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938528"/>
            <a:ext cx="7315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" y="2180844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103120"/>
            <a:ext cx="6565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600" b="1">
                <a:solidFill>
                  <a:srgbClr val="1E40AF"/>
                </a:solidFill>
              </a:defRPr>
            </a:pPr>
            <a:r>
              <a:t>Google Cloud Revenue Breakdown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871215"/>
            <a:ext cx="731520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2825496"/>
            <a:ext cx="7315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15568" y="3067812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990088"/>
            <a:ext cx="6565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600" b="1">
                <a:solidFill>
                  <a:srgbClr val="1E40AF"/>
                </a:solidFill>
              </a:defRPr>
            </a:pPr>
            <a:r>
              <a:t>Google Cloud Revenue Trends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3758184"/>
            <a:ext cx="731520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3712464"/>
            <a:ext cx="7315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15568" y="3954780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877056"/>
            <a:ext cx="6565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600" b="1">
                <a:solidFill>
                  <a:srgbClr val="1E40AF"/>
                </a:solidFill>
              </a:defRPr>
            </a:pPr>
            <a:r>
              <a:t>Google Cloud Revenue Forecast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4645151"/>
            <a:ext cx="731520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4599431"/>
            <a:ext cx="7315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15568" y="4841747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64023"/>
            <a:ext cx="6565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600" b="1">
                <a:solidFill>
                  <a:srgbClr val="1E40AF"/>
                </a:solidFill>
              </a:defRPr>
            </a:pPr>
            <a:r>
              <a:t>Conclusion: Google Cloud Revenue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