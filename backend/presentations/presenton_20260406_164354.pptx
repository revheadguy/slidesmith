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5G Innovation Index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Samsung</c:v>
                </c:pt>
                <c:pt idx="1">
                  <c:v>Ericsson</c:v>
                </c:pt>
                <c:pt idx="2">
                  <c:v>Nokia</c:v>
                </c:pt>
                <c:pt idx="3">
                  <c:v>Qualcomm</c:v>
                </c:pt>
                <c:pt idx="4">
                  <c:v>Intel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24</c:v>
                </c:pt>
                <c:pt idx="2">
                  <c:v>22</c:v>
                </c:pt>
                <c:pt idx="3">
                  <c:v>18</c:v>
                </c:pt>
                <c:pt idx="4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Wireless Communication for 5G: The Future of Connectivity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 to Wireless Communication for 5G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The advent of 5G wireless communication has opened up new opportunities for high-speed data transfer, low-latency applications, and massive connectivity. This presentation will explore the key features and benefits of 5G wireless communication, as well as its potential applications.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Definition of 5G wireless communication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differences between 4G and 5G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Advantages of 5G over 4G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Challenges in implementing 5G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Future directions for 5G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5G 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The 5G network architecture is designed to support the increasing demands of IoT devices, low-latency applications, and massive connectivity. The presentation will cover the key components of the 5G network architecture, including the radio access network (RAN), core network (CN), and edge computing.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Overview of the 5G network architecture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Radio Access Network (RAN) components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Core Network (CN) components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Edge Computing and its role in 5G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Interoperability between RAN, CN, and Edge</a:t>
            </a:r>
          </a:p>
        </p:txBody>
      </p:sp>
      <p:pic>
        <p:nvPicPr>
          <p:cNvPr id="5" name="Picture 4" descr="picsum_slide_2_seed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Millimeter Wave (mmWave) Technology for 5G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Millimeter wave (mmWave) technology is a key enabler of high-speed data transfer in 5G. This presentation will cover the benefits and challenges of mmWave technology, as well as its potential applications.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Definition of millimeter wave (mmWave) technology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Benefits of mmWave technology for 5G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Challenges in implementing mmWave technology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Applications of mmWave technology in 5G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Comparison with other wireless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Edge Computing and its Role in 5G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Edge computing is a key aspect of the 5G network architecture, enabling low-latency processing and real-time analytics. This presentation will cover the benefits and challenges of edge computing, as well as its potential applications.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Definition of edge computing and its role in 5G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Benefits of edge computing for 5G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Challenges in implementing edge computing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Applications of edge computing in 5G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Comparison with cloud-based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Security and Authentication for 5G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The increasing reliance on 5G networks for critical applications requires robust security and authentication mechanisms. This presentation will cover the key challenges and solutions for securing 5G networks.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Threats to 5G network security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Authentication and authorization mechanisms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Encryption and decryption techniques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management and revocation procedures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Future directions for 5G security</a:t>
            </a:r>
          </a:p>
        </p:txBody>
      </p:sp>
      <p:pic>
        <p:nvPicPr>
          <p:cNvPr id="5" name="Picture 4" descr="picsum_slide_5_seed_9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Conclusion and Future Directions - 5G Innovation Index 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Introduction to Wireless Communication for 5G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Edge Computing and its Role in 5G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Conclusion and Future Directions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Introduction to Wireless Communication for 5G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5G Network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Millimeter Wave (mmWave) Technology for 5G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Edge Computing and its Role in 5G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Security and Authentication for 5G 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