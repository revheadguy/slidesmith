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Agentic AI Development: Unlocking Intelligent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Introduction to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Agentic AI refers to the development of artificial intelligence systems that exhibit intelligent behavior, decision-making capabilities, and adaptability. These systems learn from experiences, interact with humans, and make decisions based on context. Agentic AI is a revolutionary technology with vast potential applications in various industries.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What is Agentic AI?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Intelligent Behavior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Decision-Making Capabilities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Adaptability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Learning from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Key Characteristics of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Agentic AI systems possess distinct characteristics, including self-awareness, autonomy, and social skills. They can perceive their environment, understand their role in it, and interact with humans in a meaningful way. These traits enable agentic AI to learn from feedback and adapt to new situations.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Self-Awareness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Autonomy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Social Skills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Perception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Feedback-Driven Learning</a:t>
            </a:r>
          </a:p>
        </p:txBody>
      </p:sp>
      <p:pic>
        <p:nvPicPr>
          <p:cNvPr id="5" name="Picture 4" descr="unsplash_ZPOoDQc8yM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Benefits of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Agentic AI has the potential to transform industries and improve our daily lives. It can automate tasks, provide personalized services, and make data-driven decisions. Furthermore, agentic AI systems can learn from human feedback and adapt to changing circumstances.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Automation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Personalization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Data-Driven Decision-Making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Feedback-Loop Learning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Adaptability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Challenges in Developing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Developing agentic AI is a complex task, requiring significant advances in areas such as machine learning, natural language processing, and cognitive architectures. Additionally, ensuring the safety, security, and ethical considerations of these systems is crucial.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Machine Learning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Natural Language Processing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Cognitive Architectures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Safety Concerns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Ethical Considerations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Future Directions in Agentic AI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As agentic AI continues to evolve, research will focus on improving its capabilities, such as developing more advanced cognitive architectures and enhancing human-AI collaboration. Additionally, exploring the potential applications of agentic AI in various domains is essential.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Cognitive Architectures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Human-AI Collaboration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Domain Applications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Advancing Machine Learning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Improving Human-Machine Interface</a:t>
            </a:r>
          </a:p>
        </p:txBody>
      </p:sp>
      <p:pic>
        <p:nvPicPr>
          <p:cNvPr id="5" name="Picture 4" descr="unsplash_ZPOoDQc8yM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40AF"/>
                </a:solidFill>
              </a:defRPr>
            </a:pPr>
            <a:r>
              <a:t>Conclusion: The Future of Agentic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 We</a:t>
            </a:r>
            <a:br/>
            <a:r>
              <a:t>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Revolutionizing Industries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Key</a:t>
            </a:r>
            <a:br/>
            <a: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Prioritizing Safety and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What's</a:t>
            </a:r>
            <a:br/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Ethical Considerations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Positive Impact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Future Possibilities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Thank you for your attention | Questions?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Introduction to 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What is Agentic AI?</a:t>
            </a:r>
            <a:br/>
            <a:r>
              <a:t>Intelligent Behavior</a:t>
            </a:r>
            <a:br/>
            <a:r>
              <a:t>Decision-Making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Key Characteristics of 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Self-Awareness</a:t>
            </a:r>
            <a:br/>
            <a:r>
              <a:t>Autonomy</a:t>
            </a:r>
            <a:br/>
            <a:r>
              <a:t>Social Skills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Benefits of Agentic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Automation</a:t>
            </a:r>
            <a:br/>
            <a:r>
              <a:t>Personalization</a:t>
            </a:r>
            <a:br/>
            <a:r>
              <a:t>Data-Driven Decision-Making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Introduction to Agentic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Key Characteristics of Agentic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Benefits of Agentic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Challenges in Developing Agentic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Future Directions in Agentic AI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