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Slide Index (%)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Key point 1</c:v>
                </c:pt>
                <c:pt idx="1">
                  <c:v>Key point 2</c:v>
                </c:pt>
                <c:pt idx="2">
                  <c:v>Key point 3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28</c:v>
                </c:pt>
                <c:pt idx="1">
                  <c:v>37</c:v>
                </c:pt>
                <c:pt idx="2">
                  <c:v>58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40A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0"/>
            <a:ext cx="8229600" cy="20116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lnSpc>
                <a:spcPct val="110000"/>
              </a:lnSpc>
              <a:defRPr sz="4000" b="1">
                <a:solidFill>
                  <a:srgbClr val="FFFFFF"/>
                </a:solidFill>
              </a:defRPr>
            </a:pPr>
            <a:r>
              <a:t>Qunatum Theory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9144000" cy="73152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  <a:r>
              <a:t>Slide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F172A"/>
                </a:solidFill>
              </a:defRPr>
            </a:pPr>
            <a:r>
              <a:t>• Key point 1</a:t>
            </a:r>
          </a:p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F172A"/>
                </a:solidFill>
              </a:defRPr>
            </a:pPr>
            <a:r>
              <a:t>• Key point 2</a:t>
            </a:r>
          </a:p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F172A"/>
                </a:solidFill>
              </a:defRPr>
            </a:pPr>
            <a:r>
              <a:t>• Key point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9144000" cy="73152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  <a:r>
              <a:t>Slide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defRPr sz="1500">
                <a:solidFill>
                  <a:srgbClr val="0F172A"/>
                </a:solidFill>
              </a:defRPr>
            </a:pPr>
            <a:r>
              <a:t>• Key point 1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defRPr sz="1500">
                <a:solidFill>
                  <a:srgbClr val="0F172A"/>
                </a:solidFill>
              </a:defRPr>
            </a:pPr>
            <a:r>
              <a:t>• Key point 2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defRPr sz="1500">
                <a:solidFill>
                  <a:srgbClr val="0F172A"/>
                </a:solidFill>
              </a:defRPr>
            </a:pPr>
            <a:r>
              <a:t>• Key point 3</a:t>
            </a:r>
          </a:p>
        </p:txBody>
      </p:sp>
      <p:pic>
        <p:nvPicPr>
          <p:cNvPr id="5" name="Picture 4" descr="unsplash_Yul6DcghtU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463040"/>
            <a:ext cx="347472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9144000" cy="73152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  <a:r>
              <a:t>Slide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F172A"/>
                </a:solidFill>
              </a:defRPr>
            </a:pPr>
            <a:r>
              <a:t>• Key point 1</a:t>
            </a:r>
          </a:p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F172A"/>
                </a:solidFill>
              </a:defRPr>
            </a:pPr>
            <a:r>
              <a:t>• Key point 2</a:t>
            </a:r>
          </a:p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F172A"/>
                </a:solidFill>
              </a:defRPr>
            </a:pPr>
            <a:r>
              <a:t>• Key point 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9144000" cy="73152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  <a:r>
              <a:t>Slide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F172A"/>
                </a:solidFill>
              </a:defRPr>
            </a:pPr>
            <a:r>
              <a:t>• Key point 1</a:t>
            </a:r>
          </a:p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F172A"/>
                </a:solidFill>
              </a:defRPr>
            </a:pPr>
            <a:r>
              <a:t>• Key point 2</a:t>
            </a:r>
          </a:p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 sz="1600">
                <a:solidFill>
                  <a:srgbClr val="0F172A"/>
                </a:solidFill>
              </a:defRPr>
            </a:pPr>
            <a:r>
              <a:t>• Key point 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9144000" cy="73152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  <a:r>
              <a:t>Slide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defRPr sz="1500">
                <a:solidFill>
                  <a:srgbClr val="0F172A"/>
                </a:solidFill>
              </a:defRPr>
            </a:pPr>
            <a:r>
              <a:t>• Key point 1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defRPr sz="1500">
                <a:solidFill>
                  <a:srgbClr val="0F172A"/>
                </a:solidFill>
              </a:defRPr>
            </a:pPr>
            <a:r>
              <a:t>• Key point 2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defRPr sz="1500">
                <a:solidFill>
                  <a:srgbClr val="0F172A"/>
                </a:solidFill>
              </a:defRPr>
            </a:pPr>
            <a:r>
              <a:t>• Key point 3</a:t>
            </a:r>
          </a:p>
        </p:txBody>
      </p:sp>
      <p:pic>
        <p:nvPicPr>
          <p:cNvPr id="5" name="Picture 4" descr="unsplash_lmPDAAgzypw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463040"/>
            <a:ext cx="347472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9144000" cy="73152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E40AF"/>
                </a:solidFill>
              </a:defRPr>
            </a:pPr>
            <a:r>
              <a:t>Slide 6 - Slide Index (%)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" y="1463040"/>
          <a:ext cx="82296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9144000" cy="73152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E40AF"/>
                </a:solidFill>
              </a:defRPr>
            </a:pPr>
            <a:r>
              <a:t>Presentation 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2499360" cy="4572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554480"/>
            <a:ext cx="2225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E40AF"/>
                </a:solidFill>
              </a:defRPr>
            </a:pPr>
            <a:r>
              <a:t>Beginning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194560"/>
            <a:ext cx="22250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defRPr sz="1300">
                <a:solidFill>
                  <a:srgbClr val="64748B"/>
                </a:solidFill>
              </a:defRPr>
            </a:pPr>
            <a:r>
              <a:t>Slide 1</a:t>
            </a:r>
          </a:p>
        </p:txBody>
      </p:sp>
      <p:sp>
        <p:nvSpPr>
          <p:cNvPr id="7" name="Rectangle 6"/>
          <p:cNvSpPr/>
          <p:nvPr/>
        </p:nvSpPr>
        <p:spPr>
          <a:xfrm>
            <a:off x="3048000" y="1371600"/>
            <a:ext cx="2499360" cy="4572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185160" y="1554480"/>
            <a:ext cx="2225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E40AF"/>
                </a:solidFill>
              </a:defRPr>
            </a:pPr>
            <a:r>
              <a:t>Middle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85160" y="2194560"/>
            <a:ext cx="22250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defRPr sz="1300">
                <a:solidFill>
                  <a:srgbClr val="64748B"/>
                </a:solidFill>
              </a:defRPr>
            </a:pPr>
            <a:r>
              <a:t>Slide 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38800" y="1371600"/>
            <a:ext cx="2499360" cy="4572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75960" y="1554480"/>
            <a:ext cx="2225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E40AF"/>
                </a:solidFill>
              </a:defRPr>
            </a:pPr>
            <a:r>
              <a:t>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75960" y="2194560"/>
            <a:ext cx="22250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defRPr sz="1300">
                <a:solidFill>
                  <a:srgbClr val="64748B"/>
                </a:solidFill>
              </a:defRPr>
            </a:pPr>
            <a:r>
              <a:t>Slide 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40A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6400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59E0B"/>
                </a:solidFill>
              </a:defRPr>
            </a:pPr>
            <a:r>
              <a:t>✓ Slide 1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59E0B"/>
                </a:solidFill>
              </a:defRPr>
            </a:pPr>
            <a:r>
              <a:t>✓ Slide 2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59E0B"/>
                </a:solidFill>
              </a:defRPr>
            </a:pPr>
            <a:r>
              <a:t>✓ Slide 3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59E0B"/>
                </a:solidFill>
              </a:defRPr>
            </a:pPr>
            <a:r>
              <a:t>✓ Slide 4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F59E0B"/>
                </a:solidFill>
              </a:defRPr>
            </a:pPr>
            <a:r>
              <a:t>✓ Slide 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