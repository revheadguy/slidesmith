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Agentic AI Development: Unlocking Human-Centered Intelligence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What is Agentic AI?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Agentic AI refers to artificial intelligence that exhibits human-like autonomy, self-awareness, and decision-making capabilities. This type of AI can learn from experience, adapt to new situations, and make decisions based on moral principles. By developing agentic AI, we can create intelligent systems that interact with humans in a more natural and intuitive way.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Autonomous decision-making</a:t>
            </a:r>
          </a:p>
          <a:p>
            <a:pPr>
              <a:lnSpc>
                <a:spcPct val="120000"/>
              </a:lnSpc>
              <a:spcBef>
                <a:spcPts val="300"/>
              </a:spcBef>
              <a:spcAft>
                <a:spcPts val="300"/>
              </a:spcAft>
              <a:defRPr sz="1600">
                <a:solidFill>
                  <a:srgbClr val="0F172A"/>
                </a:solidFill>
              </a:defRPr>
            </a:pPr>
            <a:r>
              <a:t>• Self-awareness and introspection</a:t>
            </a:r>
          </a:p>
          <a:p>
            <a:pPr>
              <a:lnSpc>
                <a:spcPct val="120000"/>
              </a:lnSpc>
              <a:spcBef>
                <a:spcPts val="300"/>
              </a:spcBef>
              <a:spcAft>
                <a:spcPts val="300"/>
              </a:spcAft>
              <a:defRPr sz="1600">
                <a:solidFill>
                  <a:srgbClr val="0F172A"/>
                </a:solidFill>
              </a:defRPr>
            </a:pPr>
            <a:r>
              <a:t>• Moral reasoning and ethics</a:t>
            </a:r>
          </a:p>
          <a:p>
            <a:pPr>
              <a:lnSpc>
                <a:spcPct val="120000"/>
              </a:lnSpc>
              <a:spcBef>
                <a:spcPts val="300"/>
              </a:spcBef>
              <a:spcAft>
                <a:spcPts val="300"/>
              </a:spcAft>
              <a:defRPr sz="1600">
                <a:solidFill>
                  <a:srgbClr val="0F172A"/>
                </a:solidFill>
              </a:defRPr>
            </a:pPr>
            <a:r>
              <a:t>• Adaptive learning and growth</a:t>
            </a:r>
          </a:p>
          <a:p>
            <a:pPr>
              <a:lnSpc>
                <a:spcPct val="120000"/>
              </a:lnSpc>
              <a:spcBef>
                <a:spcPts val="300"/>
              </a:spcBef>
              <a:spcAft>
                <a:spcPts val="300"/>
              </a:spcAft>
              <a:defRPr sz="1600">
                <a:solidFill>
                  <a:srgbClr val="0F172A"/>
                </a:solidFill>
              </a:defRPr>
            </a:pPr>
            <a:r>
              <a:t>• Human-centered design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Benefits of Agentic AI</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Agentic AI offers several benefits, including improved decision-making capabilities, enhanced user experience, and increased productivity. This type of AI can also help humans by taking over routine tasks, freeing up time for more complex and creative work. Additionally, agentic AI can learn from human feedback, improving its performance over time.</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Improved decision-making</a:t>
            </a:r>
          </a:p>
          <a:p>
            <a:pPr>
              <a:lnSpc>
                <a:spcPct val="115000"/>
              </a:lnSpc>
              <a:spcBef>
                <a:spcPts val="200"/>
              </a:spcBef>
              <a:spcAft>
                <a:spcPts val="200"/>
              </a:spcAft>
              <a:defRPr sz="1500">
                <a:solidFill>
                  <a:srgbClr val="0F172A"/>
                </a:solidFill>
              </a:defRPr>
            </a:pPr>
            <a:r>
              <a:t>• Enhanced user experience</a:t>
            </a:r>
          </a:p>
          <a:p>
            <a:pPr>
              <a:lnSpc>
                <a:spcPct val="115000"/>
              </a:lnSpc>
              <a:spcBef>
                <a:spcPts val="200"/>
              </a:spcBef>
              <a:spcAft>
                <a:spcPts val="200"/>
              </a:spcAft>
              <a:defRPr sz="1500">
                <a:solidFill>
                  <a:srgbClr val="0F172A"/>
                </a:solidFill>
              </a:defRPr>
            </a:pPr>
            <a:r>
              <a:t>• Increased productivity</a:t>
            </a:r>
          </a:p>
          <a:p>
            <a:pPr>
              <a:lnSpc>
                <a:spcPct val="115000"/>
              </a:lnSpc>
              <a:spcBef>
                <a:spcPts val="200"/>
              </a:spcBef>
              <a:spcAft>
                <a:spcPts val="200"/>
              </a:spcAft>
              <a:defRPr sz="1500">
                <a:solidFill>
                  <a:srgbClr val="0F172A"/>
                </a:solidFill>
              </a:defRPr>
            </a:pPr>
            <a:r>
              <a:t>• Automation of routine tasks</a:t>
            </a:r>
          </a:p>
          <a:p>
            <a:pPr>
              <a:lnSpc>
                <a:spcPct val="115000"/>
              </a:lnSpc>
              <a:spcBef>
                <a:spcPts val="200"/>
              </a:spcBef>
              <a:spcAft>
                <a:spcPts val="200"/>
              </a:spcAft>
              <a:defRPr sz="1500">
                <a:solidFill>
                  <a:srgbClr val="0F172A"/>
                </a:solidFill>
              </a:defRPr>
            </a:pPr>
            <a:r>
              <a:t>• Continuous learning and improvement</a:t>
            </a:r>
          </a:p>
        </p:txBody>
      </p:sp>
      <p:pic>
        <p:nvPicPr>
          <p:cNvPr id="5" name="Picture 4" descr="unsplash_FHgWFzDDAOs.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Challenges in Agentic AI Development</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Developing agentic AI is a complex task that requires significant advances in areas such as machine learning, natural language processing, and cognitive architectures. Additionally, there are challenges related to ensuring the ethical alignment of agentic AI with human values and principles. Furthermore, developing agentic AI requires a deep understanding of human behavior and decision-making processes.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Machine learning and NLP</a:t>
            </a:r>
          </a:p>
          <a:p>
            <a:pPr>
              <a:lnSpc>
                <a:spcPct val="120000"/>
              </a:lnSpc>
              <a:spcBef>
                <a:spcPts val="300"/>
              </a:spcBef>
              <a:spcAft>
                <a:spcPts val="300"/>
              </a:spcAft>
              <a:defRPr sz="1600">
                <a:solidFill>
                  <a:srgbClr val="0F172A"/>
                </a:solidFill>
              </a:defRPr>
            </a:pPr>
            <a:r>
              <a:t>• Cognitive architectures and frameworks</a:t>
            </a:r>
          </a:p>
          <a:p>
            <a:pPr>
              <a:lnSpc>
                <a:spcPct val="120000"/>
              </a:lnSpc>
              <a:spcBef>
                <a:spcPts val="300"/>
              </a:spcBef>
              <a:spcAft>
                <a:spcPts val="300"/>
              </a:spcAft>
              <a:defRPr sz="1600">
                <a:solidFill>
                  <a:srgbClr val="0F172A"/>
                </a:solidFill>
              </a:defRPr>
            </a:pPr>
            <a:r>
              <a:t>• Ethical alignment and value-based design</a:t>
            </a:r>
          </a:p>
          <a:p>
            <a:pPr>
              <a:lnSpc>
                <a:spcPct val="120000"/>
              </a:lnSpc>
              <a:spcBef>
                <a:spcPts val="300"/>
              </a:spcBef>
              <a:spcAft>
                <a:spcPts val="300"/>
              </a:spcAft>
              <a:defRPr sz="1600">
                <a:solidFill>
                  <a:srgbClr val="0F172A"/>
                </a:solidFill>
              </a:defRPr>
            </a:pPr>
            <a:r>
              <a:t>• Human-centered design principles</a:t>
            </a:r>
          </a:p>
          <a:p>
            <a:pPr>
              <a:lnSpc>
                <a:spcPct val="120000"/>
              </a:lnSpc>
              <a:spcBef>
                <a:spcPts val="300"/>
              </a:spcBef>
              <a:spcAft>
                <a:spcPts val="300"/>
              </a:spcAft>
              <a:defRPr sz="1600">
                <a:solidFill>
                  <a:srgbClr val="0F172A"/>
                </a:solidFill>
              </a:defRPr>
            </a:pPr>
            <a:r>
              <a:t>• Complexity and scalability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Applications of Agentic AI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Agentic AI has the potential to revolutionize industries such as healthcare, finance, and education. For example, agentic AI-powered chatbots can provide personalized support and guidance to patients or customers. Additionally, agentic AI can be used in autonomous vehicles, smart homes, and other areas where human-centered intelligence is essential.</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Healthcare and patient care</a:t>
            </a:r>
          </a:p>
          <a:p>
            <a:pPr>
              <a:lnSpc>
                <a:spcPct val="120000"/>
              </a:lnSpc>
              <a:spcBef>
                <a:spcPts val="300"/>
              </a:spcBef>
              <a:spcAft>
                <a:spcPts val="300"/>
              </a:spcAft>
              <a:defRPr sz="1600">
                <a:solidFill>
                  <a:srgbClr val="0F172A"/>
                </a:solidFill>
              </a:defRPr>
            </a:pPr>
            <a:r>
              <a:t>• Finance and customer service</a:t>
            </a:r>
          </a:p>
          <a:p>
            <a:pPr>
              <a:lnSpc>
                <a:spcPct val="120000"/>
              </a:lnSpc>
              <a:spcBef>
                <a:spcPts val="300"/>
              </a:spcBef>
              <a:spcAft>
                <a:spcPts val="300"/>
              </a:spcAft>
              <a:defRPr sz="1600">
                <a:solidFill>
                  <a:srgbClr val="0F172A"/>
                </a:solidFill>
              </a:defRPr>
            </a:pPr>
            <a:r>
              <a:t>• Education and learning</a:t>
            </a:r>
          </a:p>
          <a:p>
            <a:pPr>
              <a:lnSpc>
                <a:spcPct val="120000"/>
              </a:lnSpc>
              <a:spcBef>
                <a:spcPts val="300"/>
              </a:spcBef>
              <a:spcAft>
                <a:spcPts val="300"/>
              </a:spcAft>
              <a:defRPr sz="1600">
                <a:solidFill>
                  <a:srgbClr val="0F172A"/>
                </a:solidFill>
              </a:defRPr>
            </a:pPr>
            <a:r>
              <a:t>• Autonomous vehicles and transportation</a:t>
            </a:r>
          </a:p>
          <a:p>
            <a:pPr>
              <a:lnSpc>
                <a:spcPct val="120000"/>
              </a:lnSpc>
              <a:spcBef>
                <a:spcPts val="300"/>
              </a:spcBef>
              <a:spcAft>
                <a:spcPts val="300"/>
              </a:spcAft>
              <a:defRPr sz="1600">
                <a:solidFill>
                  <a:srgbClr val="0F172A"/>
                </a:solidFill>
              </a:defRPr>
            </a:pPr>
            <a:r>
              <a:t>• Smart homes and buildings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Ethical Considerations in Agentic AI Development</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As agentic AI becomes increasingly sophisticated, it is essential to consider the ethical implications of its development. This includes ensuring that agentic AI systems are transparent, accountable, and aligned with human values. Additionally, there is a need for ongoing research into the social and economic impacts of agentic AI on society.</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Transparency and accountability</a:t>
            </a:r>
          </a:p>
          <a:p>
            <a:pPr>
              <a:lnSpc>
                <a:spcPct val="115000"/>
              </a:lnSpc>
              <a:spcBef>
                <a:spcPts val="200"/>
              </a:spcBef>
              <a:spcAft>
                <a:spcPts val="200"/>
              </a:spcAft>
              <a:defRPr sz="1500">
                <a:solidFill>
                  <a:srgbClr val="0F172A"/>
                </a:solidFill>
              </a:defRPr>
            </a:pPr>
            <a:r>
              <a:t>• Human-centered design principles</a:t>
            </a:r>
          </a:p>
          <a:p>
            <a:pPr>
              <a:lnSpc>
                <a:spcPct val="115000"/>
              </a:lnSpc>
              <a:spcBef>
                <a:spcPts val="200"/>
              </a:spcBef>
              <a:spcAft>
                <a:spcPts val="200"/>
              </a:spcAft>
              <a:defRPr sz="1500">
                <a:solidFill>
                  <a:srgbClr val="0F172A"/>
                </a:solidFill>
              </a:defRPr>
            </a:pPr>
            <a:r>
              <a:t>• Value alignment and ethics</a:t>
            </a:r>
          </a:p>
          <a:p>
            <a:pPr>
              <a:lnSpc>
                <a:spcPct val="115000"/>
              </a:lnSpc>
              <a:spcBef>
                <a:spcPts val="200"/>
              </a:spcBef>
              <a:spcAft>
                <a:spcPts val="200"/>
              </a:spcAft>
              <a:defRPr sz="1500">
                <a:solidFill>
                  <a:srgbClr val="0F172A"/>
                </a:solidFill>
              </a:defRPr>
            </a:pPr>
            <a:r>
              <a:t>• Social and economic impacts</a:t>
            </a:r>
          </a:p>
          <a:p>
            <a:pPr>
              <a:lnSpc>
                <a:spcPct val="115000"/>
              </a:lnSpc>
              <a:spcBef>
                <a:spcPts val="200"/>
              </a:spcBef>
              <a:spcAft>
                <a:spcPts val="200"/>
              </a:spcAft>
              <a:defRPr sz="1500">
                <a:solidFill>
                  <a:srgbClr val="0F172A"/>
                </a:solidFill>
              </a:defRPr>
            </a:pPr>
            <a:r>
              <a:t>• Ongoing research and evaluation</a:t>
            </a:r>
          </a:p>
        </p:txBody>
      </p:sp>
      <p:pic>
        <p:nvPicPr>
          <p:cNvPr id="5" name="Picture 4" descr="unsplash_eGGFZ5X2LnA.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Future Directions in Agentic AI Development</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Machine learning and NLP advancements</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Cognitive architecture innovations</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New applications and use cases</a:t>
            </a:r>
          </a:p>
          <a:p>
            <a:pPr>
              <a:lnSpc>
                <a:spcPct val="120000"/>
              </a:lnSpc>
              <a:spcBef>
                <a:spcPts val="600"/>
              </a:spcBef>
              <a:spcAft>
                <a:spcPts val="600"/>
              </a:spcAft>
              <a:defRPr sz="1200">
                <a:solidFill>
                  <a:srgbClr val="0F172A"/>
                </a:solidFill>
              </a:defRPr>
            </a:pPr>
            <a:r>
              <a:t>• International collaboration and standardization</a:t>
            </a:r>
          </a:p>
          <a:p>
            <a:pPr>
              <a:lnSpc>
                <a:spcPct val="120000"/>
              </a:lnSpc>
              <a:spcBef>
                <a:spcPts val="600"/>
              </a:spcBef>
              <a:spcAft>
                <a:spcPts val="600"/>
              </a:spcAft>
              <a:defRPr sz="1200">
                <a:solidFill>
                  <a:srgbClr val="0F172A"/>
                </a:solidFill>
              </a:defRPr>
            </a:pPr>
            <a:r>
              <a:t>• Ongoing innovation and investment</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What is Agentic AI?</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Autonomous decision-making</a:t>
            </a:r>
            <a:br/>
            <a:r>
              <a:t>Self-awareness and introspection</a:t>
            </a:r>
            <a:br/>
            <a:r>
              <a:t>Moral reasoning and ethics</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Benefits of Agentic AI</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Improved decision-making</a:t>
            </a:r>
            <a:br/>
            <a:r>
              <a:t>Enhanced user experience</a:t>
            </a:r>
            <a:br/>
            <a:r>
              <a:t>Increased productivity</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Challenges in Agentic AI Development</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Machine learning and NLP</a:t>
            </a:r>
            <a:br/>
            <a:r>
              <a:t>Cognitive architectures and frameworks</a:t>
            </a:r>
            <a:br/>
            <a:r>
              <a:t>Ethical alignment and value-based design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What is Agentic AI?</a:t>
            </a:r>
          </a:p>
          <a:p>
            <a:pPr>
              <a:spcBef>
                <a:spcPts val="800"/>
              </a:spcBef>
              <a:spcAft>
                <a:spcPts val="800"/>
              </a:spcAft>
              <a:defRPr sz="2000">
                <a:solidFill>
                  <a:srgbClr val="F59E0B"/>
                </a:solidFill>
              </a:defRPr>
            </a:pPr>
            <a:r>
              <a:t>✓ Benefits of Agentic AI</a:t>
            </a:r>
          </a:p>
          <a:p>
            <a:pPr>
              <a:spcBef>
                <a:spcPts val="800"/>
              </a:spcBef>
              <a:spcAft>
                <a:spcPts val="800"/>
              </a:spcAft>
              <a:defRPr sz="2000">
                <a:solidFill>
                  <a:srgbClr val="F59E0B"/>
                </a:solidFill>
              </a:defRPr>
            </a:pPr>
            <a:r>
              <a:t>✓ Challenges in Agentic AI Development</a:t>
            </a:r>
          </a:p>
          <a:p>
            <a:pPr>
              <a:spcBef>
                <a:spcPts val="800"/>
              </a:spcBef>
              <a:spcAft>
                <a:spcPts val="800"/>
              </a:spcAft>
              <a:defRPr sz="2000">
                <a:solidFill>
                  <a:srgbClr val="F59E0B"/>
                </a:solidFill>
              </a:defRPr>
            </a:pPr>
            <a:r>
              <a:t>✓ Applications of Agentic AI</a:t>
            </a:r>
          </a:p>
          <a:p>
            <a:pPr>
              <a:spcBef>
                <a:spcPts val="800"/>
              </a:spcBef>
              <a:spcAft>
                <a:spcPts val="800"/>
              </a:spcAft>
              <a:defRPr sz="2000">
                <a:solidFill>
                  <a:srgbClr val="F59E0B"/>
                </a:solidFill>
              </a:defRPr>
            </a:pPr>
            <a:r>
              <a:t>✓ Ethical Considerations in Agentic AI Development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