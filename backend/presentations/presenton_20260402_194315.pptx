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Oracle Server: A Comprehensive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What is Oracle Server?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Oracle Server is a relational database management system (RDBMS)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It enables organizations to store, retrieve, and manage data efficiently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Oracle Server supports multiple platforms including Windows, Linux, and Unix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It offers advanced security features such as encryption and access controls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Oracle Server has been widely adopted across various industries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Key Features of Oracle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ACID-compliant for reliable transaction processing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Supports multiple data models including relational, object-oriented, and hierarchical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Offers advanced query capabilities through SQL and PL/SQL languages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Includes built-in support for web services and RESTful APIs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Provides robust security features such as auditing and 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Advantages of Using Oracle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High performance and scalability with multi-threaded architecture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Supports large-scale data warehousing and business intelligence applications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Offers advanced analytics capabilities through in-database processing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Provides robust security features for sensitive data protection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Enables real-time reporting and monitoring for better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Oracle Server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Client-server architecture with Oracle Database as the central hub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Supports multiple protocols including TCP/IP, UDP, and SSL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Includes an integrated file system and data dictionary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Offers advanced caching and buffer management for improved performance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Provides support for distributed transactions and locking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Oracle Server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Data warehousing and business intelligence applications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Enterprise resource planning (ERP) systems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Customer relationship management (CRM) systems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Supply chain management and logistics applications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Financial and banking systems for real-time transactions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Oracle Server Migration and Upgrades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Supports multiple migration paths including Oracle GoldenGate and Oracle Data Integrator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Offers automated upgrade tools for smooth transitions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Provides support for backward compatibility to ensure minimal disruption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Includes built-in diagnostic tools for error detection and resolution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Offers extensive documentation and training resources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Oracle Server is a powerful and scalable RDBMS solution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It offers advanced features and capabilities for mission-critical applications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Provides robust security and performance for sensitive data protection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Supports multiple platforms and use cases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Enables organizations to make informed decisions with real-time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What is Oracle Server?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Oracle Server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What is Oracle Server?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Key Features of Oracle Server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Advantages of Using Oracle Server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Oracle Server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Oracle Server Use Cases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