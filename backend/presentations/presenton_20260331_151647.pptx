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Generated Presentation for AI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JSON presentation outline on AI Basics:</a:t>
            </a:r>
            <a:br/>
            <a:br/>
            <a:r>
              <a:t>{</a:t>
            </a:r>
            <a:br/>
            <a:r>
              <a:t>"title": "AI Basics: Understanding the Fundamentals",</a:t>
            </a:r>
            <a:br/>
            <a:r>
              <a:t>"slides": [</a:t>
            </a:r>
            <a:br/>
            <a:r>
              <a:t>	{"slide_number": 1, "title": "What is Artificial Intelligence?", "key_points": ["Definition of AI", "Historical context", "Key characteristics"]},</a:t>
            </a:r>
            <a:br/>
            <a:r>
              <a:t>	{"slide_number": 2, "title": "Types of Artificial Intelligence", "key_points": ["Machine Learning", "Deep Learning", "Natural Language Processing", "Computer Vision"]},</a:t>
            </a:r>
            <a:br/>
            <a:r>
              <a:t>	{"slide_number": 3, "title": "How AI Works: The Algorithmic Process", "key_points": ["Data collection and preprocessing", "Model training and testing", "Deployment and maintenance"]},</a:t>
            </a:r>
            <a:br/>
            <a:r>
              <a:t>	{"slide_number": 4, "title": "AI Applications and Industries", "key_points": ["Healthcare", "Finance", "Retail", "Manufacturing", "Customer Service"]},</a:t>
            </a:r>
            <a:br/>
            <a:r>
              <a:t>	{"slide_number": 5, "title": "Challenges and Future Directions in AI", "key_points": ["Ethics and bias", "Data quality and availability", "Regulatory frameworks", "Advancements and emerging trends"]}</a:t>
            </a:r>
            <a:br/>
            <a:r>
              <a:t>],</a:t>
            </a:r>
            <a:br/>
            <a:r>
              <a:t>"summary": "This presentation provides an overview of the basics of Artificial Intelligence, including its definition, types, how it works, applications, and challenges. It is designed to provide a solid foundation for understanding the fundamentals of AI."</a:t>
            </a:r>
            <a:br/>
            <a:r>
              <a:t>}</a:t>
            </a:r>
            <a:br/>
            <a:br/>
            <a:r>
              <a:t>Let me know if you have any questions or if there's anything else I can help with!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JSON presentation outline on AI Basics:</a:t>
            </a:r>
            <a:br/>
            <a:br/>
            <a:r>
              <a:t>{</a:t>
            </a:r>
            <a:br/>
            <a:r>
              <a:t>"title": "AI Basics: Understanding the Fundamentals",</a:t>
            </a:r>
            <a:br/>
            <a:r>
              <a:t>"slides": [</a:t>
            </a:r>
            <a:br/>
            <a:r>
              <a:t>	{"slide_number": 1, "title": "What is Artificial Intelligence?", "key_points": ["Definition of AI", "Historical context", "Key characteristics"]},</a:t>
            </a:r>
            <a:br/>
            <a:r>
              <a:t>	{"slide_number": 2, "title": "Types of Artificial Intelligence", "key_points": ["Machine Learning", "Deep Learning", "Natural Language Processing", "Computer Vision"]},</a:t>
            </a:r>
            <a:br/>
            <a:r>
              <a:t>	{"slide_number": 3, "title": "How AI Works: The Algorithmic Process", "key_points": ["Data collection and preprocessing", "Model training and testing", "Deployment and maintenance"]},</a:t>
            </a:r>
            <a:br/>
            <a:r>
              <a:t>	{"slide_number": 4, "title": "AI Applications and Industries", "key_points": ["Healthcare", "Finance", "Retail", "Manufacturing", "Customer Service"]},</a:t>
            </a:r>
            <a:br/>
            <a:r>
              <a:t>	{"slide_number": 5, "title": "Challenges and Future Directions in AI", "key_points": ["Ethics and bias", "Data quality and availability", "Regulatory frameworks", "Advancements and emerging trends"]}</a:t>
            </a:r>
            <a:br/>
            <a:r>
              <a:t>],</a:t>
            </a:r>
            <a:br/>
            <a:r>
              <a:t>"summary": "This presentation provides an overview of the basics of Artificial Intelligence, including its definition, types, how it works, applications, and challenges. It is designed to provide a solid foundation for understanding the fundamentals of AI."</a:t>
            </a:r>
            <a:br/>
            <a:r>
              <a:t>}</a:t>
            </a:r>
            <a:br/>
            <a:br/>
            <a:r>
              <a:t>Let me know if you have any questions or if there's anything else I can help with!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JSON presentation outline on AI Basics:</a:t>
            </a:r>
            <a:br/>
            <a:br/>
            <a:r>
              <a:t>{</a:t>
            </a:r>
            <a:br/>
            <a:r>
              <a:t>"title": "AI Basics: Understanding the Fundamentals",</a:t>
            </a:r>
            <a:br/>
            <a:r>
              <a:t>"slides": [</a:t>
            </a:r>
            <a:br/>
            <a:r>
              <a:t>	{"slide_number": 1, "title": "What is Artificial Intelligence?", "key_points": ["Definition of AI", "Historical context", "Key characteristics"]},</a:t>
            </a:r>
            <a:br/>
            <a:r>
              <a:t>	{"slide_number": 2, "title": "Types of Artificial Intelligence", "key_points": ["Machine Learning", "Deep Learning", "Natural Language Processing", "Computer Vision"]},</a:t>
            </a:r>
            <a:br/>
            <a:r>
              <a:t>	{"slide_number": 3, "title": "How AI Works: The Algorithmic Process", "key_points": ["Data collection and preprocessing", "Model training and testing", "Deployment and maintenance"]},</a:t>
            </a:r>
            <a:br/>
            <a:r>
              <a:t>	{"slide_number": 4, "title": "AI Applications and Industries", "key_points": ["Healthcare", "Finance", "Retail", "Manufacturing", "Customer Service"]},</a:t>
            </a:r>
            <a:br/>
            <a:r>
              <a:t>	{"slide_number": 5, "title": "Challenges and Future Directions in AI", "key_points": ["Ethics and bias", "Data quality and availability", "Regulatory frameworks", "Advancements and emerging trends"]}</a:t>
            </a:r>
            <a:br/>
            <a:r>
              <a:t>],</a:t>
            </a:r>
            <a:br/>
            <a:r>
              <a:t>"summary": "This presentation provides an overview of the basics of Artificial Intelligence, including its definition, types, how it works, applications, and challenges. It is designed to provide a solid foundation for understanding the fundamentals of AI."</a:t>
            </a:r>
            <a:br/>
            <a:r>
              <a:t>}</a:t>
            </a:r>
            <a:br/>
            <a:br/>
            <a:r>
              <a:t>Let me know if you have any questions or if there's anything else I can help with!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JSON presentation outline on AI Basics:</a:t>
            </a:r>
            <a:br/>
            <a:br/>
            <a:r>
              <a:t>{</a:t>
            </a:r>
            <a:br/>
            <a:r>
              <a:t>"title": "AI Basics: Understanding the Fundamentals",</a:t>
            </a:r>
            <a:br/>
            <a:r>
              <a:t>"slides": [</a:t>
            </a:r>
            <a:br/>
            <a:r>
              <a:t>	{"slide_number": 1, "title": "What is Artificial Intelligence?", "key_points": ["Definition of AI", "Historical context", "Key characteristics"]},</a:t>
            </a:r>
            <a:br/>
            <a:r>
              <a:t>	{"slide_number": 2, "title": "Types of Artificial Intelligence", "key_points": ["Machine Learning", "Deep Learning", "Natural Language Processing", "Computer Vision"]},</a:t>
            </a:r>
            <a:br/>
            <a:r>
              <a:t>	{"slide_number": 3, "title": "How AI Works: The Algorithmic Process", "key_points": ["Data collection and preprocessing", "Model training and testing", "Deployment and maintenance"]},</a:t>
            </a:r>
            <a:br/>
            <a:r>
              <a:t>	{"slide_number": 4, "title": "AI Applications and Industries", "key_points": ["Healthcare", "Finance", "Retail", "Manufacturing", "Customer Service"]},</a:t>
            </a:r>
            <a:br/>
            <a:r>
              <a:t>	{"slide_number": 5, "title": "Challenges and Future Directions in AI", "key_points": ["Ethics and bias", "Data quality and availability", "Regulatory frameworks", "Advancements and emerging trends"]}</a:t>
            </a:r>
            <a:br/>
            <a:r>
              <a:t>],</a:t>
            </a:r>
            <a:br/>
            <a:r>
              <a:t>"summary": "This presentation provides an overview of the basics of Artificial Intelligence, including its definition, types, how it works, applications, and challenges. It is designed to provide a solid foundation for understanding the fundamentals of AI."</a:t>
            </a:r>
            <a:br/>
            <a:r>
              <a:t>}</a:t>
            </a:r>
            <a:br/>
            <a:br/>
            <a:r>
              <a:t>Let me know if you have any questions or if there's anything else I can help with!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JSON presentation outline on AI Basics:</a:t>
            </a:r>
            <a:br/>
            <a:br/>
            <a:r>
              <a:t>{</a:t>
            </a:r>
            <a:br/>
            <a:r>
              <a:t>"title": "AI Basics: Understanding the Fundamentals",</a:t>
            </a:r>
            <a:br/>
            <a:r>
              <a:t>"slides": [</a:t>
            </a:r>
            <a:br/>
            <a:r>
              <a:t>	{"slide_number": 1, "title": "What is Artificial Intelligence?", "key_points": ["Definition of AI", "Historical context", "Key characteristics"]},</a:t>
            </a:r>
            <a:br/>
            <a:r>
              <a:t>	{"slide_number": 2, "title": "Types of Artificial Intelligence", "key_points": ["Machine Learning", "Deep Learning", "Natural Language Processing", "Computer Vision"]},</a:t>
            </a:r>
            <a:br/>
            <a:r>
              <a:t>	{"slide_number": 3, "title": "How AI Works: The Algorithmic Process", "key_points": ["Data collection and preprocessing", "Model training and testing", "Deployment and maintenance"]},</a:t>
            </a:r>
            <a:br/>
            <a:r>
              <a:t>	{"slide_number": 4, "title": "AI Applications and Industries", "key_points": ["Healthcare", "Finance", "Retail", "Manufacturing", "Customer Service"]},</a:t>
            </a:r>
            <a:br/>
            <a:r>
              <a:t>	{"slide_number": 5, "title": "Challenges and Future Directions in AI", "key_points": ["Ethics and bias", "Data quality and availability", "Regulatory frameworks", "Advancements and emerging trends"]}</a:t>
            </a:r>
            <a:br/>
            <a:r>
              <a:t>],</a:t>
            </a:r>
            <a:br/>
            <a:r>
              <a:t>"summary": "This presentation provides an overview of the basics of Artificial Intelligence, including its definition, types, how it works, applications, and challenges. It is designed to provide a solid foundation for understanding the fundamentals of AI."</a:t>
            </a:r>
            <a:br/>
            <a:r>
              <a:t>}</a:t>
            </a:r>
            <a:br/>
            <a:br/>
            <a:r>
              <a:t>Let me know if you have any questions or if there's anything else I can help with!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