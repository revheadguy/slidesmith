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55079" y="-1143000"/>
            <a:ext cx="4114800" cy="4114800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4754880"/>
            <a:ext cx="2011680" cy="2011680"/>
          </a:xfrm>
          <a:prstGeom prst="ellipse">
            <a:avLst/>
          </a:prstGeom>
          <a:noFill/>
          <a:ln w="317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Unlocking AI's Potential in the Pharmaceutical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 to AI in Pharma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The pharmaceutical industry is on the cusp of a revolution with the integration of Artificial Intelligence (AI). AI has the potential to transform various aspects of pharma, from drug discovery to patient care.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6974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Enhanced decision-making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447287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Personalized medicine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19709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51376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Increased efficiency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494690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01184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Improved patient engagement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Unlocking AI's Potential in the Pharmaceutical Industry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AI-powered Drug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Traditional methods of drug discovery are time-consuming and expensive. AI can accelerate the process by analyzing vast amounts of data, identifying potential leads, and optimizing chemical structures.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309981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04495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Faster lead identification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83133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77647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Improved hit-to-lead optimization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56285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50799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Enhanced compound design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29437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23951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Rapid candidate selection</a:t>
            </a:r>
          </a:p>
        </p:txBody>
      </p:sp>
      <p:pic>
        <p:nvPicPr>
          <p:cNvPr id="13" name="Picture 12" descr="unsplash_KltoLK6Mk-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Unlocking AI's Potential in the Pharmaceutical 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3800" b="1">
                <a:solidFill>
                  <a:srgbClr val="FFFFFF"/>
                </a:solidFill>
              </a:defRPr>
            </a:pPr>
            <a:r>
              <a:t>Let's Dive Deeper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AI-driven Clinical Trials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Clinical trials are a crucial step in the pharmaceutical development process. AI can enhance trial efficiency by streamlining patient recruitment, reducing drop-out rates, and improving data quality.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6974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Improved patient recruitment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447287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Enhanced data analysis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19709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51376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Predictive modeling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494690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01184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Personalized treatment plans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Unlocking AI's Potential in the Pharmaceutical Industry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AI-powered Patient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Patients are increasingly expected to be active participants in their healthcare journey. AI-powered patient engagement platforms can provide personalized health advice, track medication adherence, and offer real-time support.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339242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33756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Personalized health advice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412394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406908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Medication adherence tracking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85546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80060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Real-time support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586983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53212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Improved patient satisfaction</a:t>
            </a:r>
          </a:p>
        </p:txBody>
      </p:sp>
      <p:pic>
        <p:nvPicPr>
          <p:cNvPr id="13" name="Picture 12" descr="unsplash_gO-iULv-qb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Unlocking AI's Potential in the Pharmaceutical 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Challenges and Opportunities in AI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While the potential benefits of AI in pharma are significant, there are also challenges to be addressed. These include data quality issues, regulatory hurdles, and the need for skilled professionals.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6974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Data quality concerns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447287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Regulatory compliance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19709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51376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Skilled workforce needs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494690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01184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Potential for cost savings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Unlocking AI's Potential in the Pharmaceutical Industry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Introduction to AI in Pharma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Enhanced decision-making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Personalized medicine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Increased efficiency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AI-powered Drug Discovery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Faster lead identification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Improved hit-to-lead optimization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Enhanced compound design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AI-driven Clinical Trials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Improved patient recruitment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Enhanced data analysis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Predictive modeling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Introduction to AI in Pharma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AI-powered Drug Discovery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AI-driven Clinical Trials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AI-powered Patient Engagement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Challenges and Opportunities in AI 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