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Agentic AI: The Future of Human-AI Collaboration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refers to artificial intelligence (AI) systems that possess a sense of agency, allowing them to make decisions and take actions independently. This concept challenges the traditional view of AI as mere machines that operate based on predetermined rules and algorithms. Instead, agentic AI has the ability to adapt, learn, and evolve over time, much like humans do. The implications of this development are profound, opening up new possibilities for human-AI collaboration and potentially revolutionizing various industries. </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Defining characteristics</a:t>
            </a:r>
          </a:p>
          <a:p>
            <a:pPr>
              <a:lnSpc>
                <a:spcPct val="120000"/>
              </a:lnSpc>
              <a:spcBef>
                <a:spcPts val="300"/>
              </a:spcBef>
              <a:spcAft>
                <a:spcPts val="300"/>
              </a:spcAft>
              <a:defRPr sz="1600">
                <a:solidFill>
                  <a:srgbClr val="0F172A"/>
                </a:solidFill>
              </a:defRPr>
            </a:pPr>
            <a:r>
              <a:t>• Consequences for traditional AI</a:t>
            </a:r>
          </a:p>
          <a:p>
            <a:pPr>
              <a:lnSpc>
                <a:spcPct val="120000"/>
              </a:lnSpc>
              <a:spcBef>
                <a:spcPts val="300"/>
              </a:spcBef>
              <a:spcAft>
                <a:spcPts val="300"/>
              </a:spcAft>
              <a:defRPr sz="1600">
                <a:solidFill>
                  <a:srgbClr val="0F172A"/>
                </a:solidFill>
              </a:defRPr>
            </a:pPr>
            <a:r>
              <a:t>• Potential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of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benefits of agentic AI are numerous and far-reaching. With the ability to learn and adapt, these systems can improve decision-making and problem-solving capabilities, leading to increased efficiency and productivity. Additionally, agentic AI has the potential to enhance creativity, innovation, and collaboration between humans and machines. This development also opens up new possibilities for personalized services, tailored to individual needs and preferences.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Improved decision-making</a:t>
            </a:r>
          </a:p>
          <a:p>
            <a:pPr>
              <a:lnSpc>
                <a:spcPct val="120000"/>
              </a:lnSpc>
              <a:spcBef>
                <a:spcPts val="300"/>
              </a:spcBef>
              <a:spcAft>
                <a:spcPts val="300"/>
              </a:spcAft>
              <a:defRPr sz="1600">
                <a:solidFill>
                  <a:srgbClr val="0F172A"/>
                </a:solidFill>
              </a:defRPr>
            </a:pPr>
            <a:r>
              <a:t>• Enhanced problem-solving</a:t>
            </a:r>
          </a:p>
          <a:p>
            <a:pPr>
              <a:lnSpc>
                <a:spcPct val="120000"/>
              </a:lnSpc>
              <a:spcBef>
                <a:spcPts val="300"/>
              </a:spcBef>
              <a:spcAft>
                <a:spcPts val="300"/>
              </a:spcAft>
              <a:defRPr sz="1600">
                <a:solidFill>
                  <a:srgbClr val="0F172A"/>
                </a:solidFill>
              </a:defRPr>
            </a:pPr>
            <a:r>
              <a:t>• Increased efficiency</a:t>
            </a:r>
          </a:p>
          <a:p>
            <a:pPr>
              <a:lnSpc>
                <a:spcPct val="120000"/>
              </a:lnSpc>
              <a:spcBef>
                <a:spcPts val="300"/>
              </a:spcBef>
              <a:spcAft>
                <a:spcPts val="300"/>
              </a:spcAft>
              <a:defRPr sz="1600">
                <a:solidFill>
                  <a:srgbClr val="0F172A"/>
                </a:solidFill>
              </a:defRPr>
            </a:pPr>
            <a:r>
              <a:t>• Personalized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Concerns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agentic AI holds great promise, there are also significant challenges and concerns that need to be addressed. For instance, the potential for bias and unfair decision-making must be carefully managed. Additionally, there is a risk of job displacement as machines take over tasks previously performed by humans. Furthermore, ensuring accountability and transparency in the decision-making processes of agentic AI systems is crucial.</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Risk of bias</a:t>
            </a:r>
          </a:p>
          <a:p>
            <a:pPr>
              <a:lnSpc>
                <a:spcPct val="115000"/>
              </a:lnSpc>
              <a:spcBef>
                <a:spcPts val="200"/>
              </a:spcBef>
              <a:spcAft>
                <a:spcPts val="200"/>
              </a:spcAft>
              <a:defRPr sz="1500">
                <a:solidFill>
                  <a:srgbClr val="0F172A"/>
                </a:solidFill>
              </a:defRPr>
            </a:pPr>
            <a:r>
              <a:t>• Job displacement concerns</a:t>
            </a:r>
          </a:p>
          <a:p>
            <a:pPr>
              <a:lnSpc>
                <a:spcPct val="115000"/>
              </a:lnSpc>
              <a:spcBef>
                <a:spcPts val="200"/>
              </a:spcBef>
              <a:spcAft>
                <a:spcPts val="200"/>
              </a:spcAft>
              <a:defRPr sz="1500">
                <a:solidFill>
                  <a:srgbClr val="0F172A"/>
                </a:solidFill>
              </a:defRPr>
            </a:pPr>
            <a:r>
              <a:t>• Accountability issues</a:t>
            </a:r>
          </a:p>
        </p:txBody>
      </p:sp>
      <p:pic>
        <p:nvPicPr>
          <p:cNvPr id="5" name="Picture 4" descr="unsplash_WI3ALa4lD0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Applications of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has far-reaching applications across various industries. For instance, it can be used in healthcare to personalize treatment plans and improve patient outcomes. In finance, agentic AI can help make more informed investment decisions and optimize portfolio performance. Furthermore, this technology has the potential to revolutionize education, enabling personalized learning experiences for students.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Healthcare applications</a:t>
            </a:r>
          </a:p>
          <a:p>
            <a:pPr>
              <a:lnSpc>
                <a:spcPct val="120000"/>
              </a:lnSpc>
              <a:spcBef>
                <a:spcPts val="300"/>
              </a:spcBef>
              <a:spcAft>
                <a:spcPts val="300"/>
              </a:spcAft>
              <a:defRPr sz="1600">
                <a:solidFill>
                  <a:srgbClr val="0F172A"/>
                </a:solidFill>
              </a:defRPr>
            </a:pPr>
            <a:r>
              <a:t>• Financial applications</a:t>
            </a:r>
          </a:p>
          <a:p>
            <a:pPr>
              <a:lnSpc>
                <a:spcPct val="120000"/>
              </a:lnSpc>
              <a:spcBef>
                <a:spcPts val="300"/>
              </a:spcBef>
              <a:spcAft>
                <a:spcPts val="300"/>
              </a:spcAft>
              <a:defRPr sz="1600">
                <a:solidFill>
                  <a:srgbClr val="0F172A"/>
                </a:solidFill>
              </a:defRPr>
            </a:pPr>
            <a:r>
              <a:t>• Education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Ethical Considerations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agentic AI becomes increasingly prevalent, it is essential to consider the ethical implications of its development and deployment. For instance, there are concerns about the potential for these systems to perpetuate existing social inequalities and biases. Additionally, ensuring that agentic AI systems prioritize human well-being and values is crucial.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Addressing bias</a:t>
            </a:r>
          </a:p>
          <a:p>
            <a:pPr>
              <a:lnSpc>
                <a:spcPct val="120000"/>
              </a:lnSpc>
              <a:spcBef>
                <a:spcPts val="300"/>
              </a:spcBef>
              <a:spcAft>
                <a:spcPts val="300"/>
              </a:spcAft>
              <a:defRPr sz="1600">
                <a:solidFill>
                  <a:srgbClr val="0F172A"/>
                </a:solidFill>
              </a:defRPr>
            </a:pPr>
            <a:r>
              <a:t>• Prioritizing human well-being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Future Directions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agentic AI has the potential to revolutionize various industries and aspects of our lives. As we continue to develop this technology, it is essential to address challenges and concerns, including bias, job displacement, and accountability issues. By prioritizing ethics and transparency, we can ensure that agentic AI benefits humanity as a whole.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Addressing challenges</a:t>
            </a:r>
          </a:p>
          <a:p>
            <a:pPr>
              <a:lnSpc>
                <a:spcPct val="120000"/>
              </a:lnSpc>
              <a:spcBef>
                <a:spcPts val="300"/>
              </a:spcBef>
              <a:spcAft>
                <a:spcPts val="300"/>
              </a:spcAft>
              <a:defRPr sz="1600">
                <a:solidFill>
                  <a:srgbClr val="0F172A"/>
                </a:solidFill>
              </a:defRPr>
            </a:pPr>
            <a:r>
              <a:t>• Prioritizing ethics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Agentic AI?</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Applications of Agentic AI</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Agentic AI?</a:t>
            </a:r>
          </a:p>
          <a:p>
            <a:pPr>
              <a:spcBef>
                <a:spcPts val="800"/>
              </a:spcBef>
              <a:spcAft>
                <a:spcPts val="800"/>
              </a:spcAft>
              <a:defRPr sz="2000">
                <a:solidFill>
                  <a:srgbClr val="F59E0B"/>
                </a:solidFill>
              </a:defRPr>
            </a:pPr>
            <a:r>
              <a:t>✓ Benefits of Agentic AI</a:t>
            </a:r>
          </a:p>
          <a:p>
            <a:pPr>
              <a:spcBef>
                <a:spcPts val="800"/>
              </a:spcBef>
              <a:spcAft>
                <a:spcPts val="800"/>
              </a:spcAft>
              <a:defRPr sz="2000">
                <a:solidFill>
                  <a:srgbClr val="F59E0B"/>
                </a:solidFill>
              </a:defRPr>
            </a:pPr>
            <a:r>
              <a:t>✓ Challenges and Concerns</a:t>
            </a:r>
          </a:p>
          <a:p>
            <a:pPr>
              <a:spcBef>
                <a:spcPts val="800"/>
              </a:spcBef>
              <a:spcAft>
                <a:spcPts val="800"/>
              </a:spcAft>
              <a:defRPr sz="2000">
                <a:solidFill>
                  <a:srgbClr val="F59E0B"/>
                </a:solidFill>
              </a:defRPr>
            </a:pPr>
            <a:r>
              <a:t>✓ Applications of Agentic AI</a:t>
            </a:r>
          </a:p>
          <a:p>
            <a:pPr>
              <a:spcBef>
                <a:spcPts val="800"/>
              </a:spcBef>
              <a:spcAft>
                <a:spcPts val="800"/>
              </a:spcAft>
              <a:defRPr sz="2000">
                <a:solidFill>
                  <a:srgbClr val="F59E0B"/>
                </a:solidFill>
              </a:defRPr>
            </a:pPr>
            <a:r>
              <a:t>✓ Ethical Considerations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