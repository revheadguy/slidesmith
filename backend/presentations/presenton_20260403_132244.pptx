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Market Share (%)</c:v>
                </c:pt>
              </c:strCache>
            </c:strRef>
          </c:tx>
          <c:cat>
            <c:strRef>
              <c:f>Sheet1!$A$2:$A$6</c:f>
              <c:strCache>
                <c:ptCount val="5"/>
                <c:pt idx="0">
                  <c:v>AWS</c:v>
                </c:pt>
                <c:pt idx="1">
                  <c:v>Microsoft Azure</c:v>
                </c:pt>
                <c:pt idx="2">
                  <c:v>Google Cloud</c:v>
                </c:pt>
                <c:pt idx="3">
                  <c:v>IBM Cloud</c:v>
                </c:pt>
                <c:pt idx="4">
                  <c:v>Others</c:v>
                </c:pt>
              </c:strCache>
            </c:strRef>
          </c:cat>
          <c:val>
            <c:numRef>
              <c:f>Sheet1!$B$2:$B$6</c:f>
              <c:numCache>
                <c:formatCode>General</c:formatCode>
                <c:ptCount val="5"/>
                <c:pt idx="0">
                  <c:v>32</c:v>
                </c:pt>
                <c:pt idx="1">
                  <c:v>23</c:v>
                </c:pt>
                <c:pt idx="2">
                  <c:v>11</c:v>
                </c:pt>
                <c:pt idx="3">
                  <c:v>6</c:v>
                </c:pt>
                <c:pt idx="4">
                  <c:v>28</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square">
            <a:spAutoFit/>
          </a:bodyPr>
          <a:lstStyle/>
          <a:p>
            <a:pPr algn="ctr">
              <a:defRPr sz="5400" b="1">
                <a:solidFill>
                  <a:srgbClr val="FFFFFF"/>
                </a:solidFill>
              </a:defRPr>
            </a:pPr>
            <a:r>
              <a:t>Unlocking the Power of Google Cloud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Introduction to Google Cloud</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Google Cloud is a suite of cloud computing services offered by Google. It provides a platform for businesses to build, deploy, and manage applications and workloads in the cloud. With its global infrastructure and scalable architecture, Google Cloud enables organizations to reduce costs, increase agility, and improve collaboration.</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What is Google Cloud?</a:t>
            </a:r>
          </a:p>
          <a:p>
            <a:pPr>
              <a:lnSpc>
                <a:spcPct val="120000"/>
              </a:lnSpc>
              <a:spcBef>
                <a:spcPts val="300"/>
              </a:spcBef>
              <a:spcAft>
                <a:spcPts val="300"/>
              </a:spcAft>
              <a:defRPr sz="1600">
                <a:solidFill>
                  <a:srgbClr val="0F172A"/>
                </a:solidFill>
              </a:defRPr>
            </a:pPr>
            <a:r>
              <a:t>• Key features of Google Cloud</a:t>
            </a:r>
          </a:p>
          <a:p>
            <a:pPr>
              <a:lnSpc>
                <a:spcPct val="120000"/>
              </a:lnSpc>
              <a:spcBef>
                <a:spcPts val="300"/>
              </a:spcBef>
              <a:spcAft>
                <a:spcPts val="300"/>
              </a:spcAft>
              <a:defRPr sz="1600">
                <a:solidFill>
                  <a:srgbClr val="0F172A"/>
                </a:solidFill>
              </a:defRPr>
            </a:pPr>
            <a:r>
              <a:t>• Benefits of using Google Cloud</a:t>
            </a:r>
          </a:p>
          <a:p>
            <a:pPr>
              <a:lnSpc>
                <a:spcPct val="120000"/>
              </a:lnSpc>
              <a:spcBef>
                <a:spcPts val="300"/>
              </a:spcBef>
              <a:spcAft>
                <a:spcPts val="300"/>
              </a:spcAft>
              <a:defRPr sz="1600">
                <a:solidFill>
                  <a:srgbClr val="0F172A"/>
                </a:solidFill>
              </a:defRPr>
            </a:pPr>
            <a:r>
              <a:t>• Google Cloud vs. other cloud providers</a:t>
            </a:r>
          </a:p>
          <a:p>
            <a:pPr>
              <a:lnSpc>
                <a:spcPct val="120000"/>
              </a:lnSpc>
              <a:spcBef>
                <a:spcPts val="300"/>
              </a:spcBef>
              <a:spcAft>
                <a:spcPts val="300"/>
              </a:spcAft>
              <a:defRPr sz="1600">
                <a:solidFill>
                  <a:srgbClr val="0F172A"/>
                </a:solidFill>
              </a:defRPr>
            </a:pPr>
            <a:r>
              <a:t>• Getting started with Google Cloud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Compute Services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Google Cloud offers a range of compute services, including Google Compute Engine, Google Kubernetes Engine (GKE), and Cloud Functions. These services enable businesses to run large-scale workloads, deploy containerized applications, and process data in real-time.</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What is Google Compute Engine?</a:t>
            </a:r>
          </a:p>
          <a:p>
            <a:pPr>
              <a:lnSpc>
                <a:spcPct val="120000"/>
              </a:lnSpc>
              <a:spcBef>
                <a:spcPts val="300"/>
              </a:spcBef>
              <a:spcAft>
                <a:spcPts val="300"/>
              </a:spcAft>
              <a:defRPr sz="1600">
                <a:solidFill>
                  <a:srgbClr val="0F172A"/>
                </a:solidFill>
              </a:defRPr>
            </a:pPr>
            <a:r>
              <a:t>• Key benefits of using Compute Engine</a:t>
            </a:r>
          </a:p>
          <a:p>
            <a:pPr>
              <a:lnSpc>
                <a:spcPct val="120000"/>
              </a:lnSpc>
              <a:spcBef>
                <a:spcPts val="300"/>
              </a:spcBef>
              <a:spcAft>
                <a:spcPts val="300"/>
              </a:spcAft>
              <a:defRPr sz="1600">
                <a:solidFill>
                  <a:srgbClr val="0F172A"/>
                </a:solidFill>
              </a:defRPr>
            </a:pPr>
            <a:r>
              <a:t>• Google Kubernetes Engine (GKE) overview</a:t>
            </a:r>
          </a:p>
          <a:p>
            <a:pPr>
              <a:lnSpc>
                <a:spcPct val="120000"/>
              </a:lnSpc>
              <a:spcBef>
                <a:spcPts val="300"/>
              </a:spcBef>
              <a:spcAft>
                <a:spcPts val="300"/>
              </a:spcAft>
              <a:defRPr sz="1600">
                <a:solidFill>
                  <a:srgbClr val="0F172A"/>
                </a:solidFill>
              </a:defRPr>
            </a:pPr>
            <a:r>
              <a:t>• Cloud Functions: serverless computing</a:t>
            </a:r>
          </a:p>
          <a:p>
            <a:pPr>
              <a:lnSpc>
                <a:spcPct val="120000"/>
              </a:lnSpc>
              <a:spcBef>
                <a:spcPts val="300"/>
              </a:spcBef>
              <a:spcAft>
                <a:spcPts val="300"/>
              </a:spcAft>
              <a:defRPr sz="1600">
                <a:solidFill>
                  <a:srgbClr val="0F172A"/>
                </a:solidFill>
              </a:defRPr>
            </a:pPr>
            <a:r>
              <a:t>• Compute services use cases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Storage Services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Google Cloud offers a range of storage services, including Google Cloud Storage, Cloud Firestore, and Cloud SQL. These services enable businesses to store and manage large volumes of data, as well as provide scalable and secure databases.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What is Google Cloud Storage?</a:t>
            </a:r>
          </a:p>
          <a:p>
            <a:pPr>
              <a:lnSpc>
                <a:spcPct val="120000"/>
              </a:lnSpc>
              <a:spcBef>
                <a:spcPts val="300"/>
              </a:spcBef>
              <a:spcAft>
                <a:spcPts val="300"/>
              </a:spcAft>
              <a:defRPr sz="1600">
                <a:solidFill>
                  <a:srgbClr val="0F172A"/>
                </a:solidFill>
              </a:defRPr>
            </a:pPr>
            <a:r>
              <a:t>• Key benefits of using Cloud Storage</a:t>
            </a:r>
          </a:p>
          <a:p>
            <a:pPr>
              <a:lnSpc>
                <a:spcPct val="120000"/>
              </a:lnSpc>
              <a:spcBef>
                <a:spcPts val="300"/>
              </a:spcBef>
              <a:spcAft>
                <a:spcPts val="300"/>
              </a:spcAft>
              <a:defRPr sz="1600">
                <a:solidFill>
                  <a:srgbClr val="0F172A"/>
                </a:solidFill>
              </a:defRPr>
            </a:pPr>
            <a:r>
              <a:t>• Cloud Firestore: NoSQL database</a:t>
            </a:r>
          </a:p>
          <a:p>
            <a:pPr>
              <a:lnSpc>
                <a:spcPct val="120000"/>
              </a:lnSpc>
              <a:spcBef>
                <a:spcPts val="300"/>
              </a:spcBef>
              <a:spcAft>
                <a:spcPts val="300"/>
              </a:spcAft>
              <a:defRPr sz="1600">
                <a:solidFill>
                  <a:srgbClr val="0F172A"/>
                </a:solidFill>
              </a:defRPr>
            </a:pPr>
            <a:r>
              <a:t>• Cloud SQL: relational databases</a:t>
            </a:r>
          </a:p>
          <a:p>
            <a:pPr>
              <a:lnSpc>
                <a:spcPct val="120000"/>
              </a:lnSpc>
              <a:spcBef>
                <a:spcPts val="300"/>
              </a:spcBef>
              <a:spcAft>
                <a:spcPts val="300"/>
              </a:spcAft>
              <a:defRPr sz="1600">
                <a:solidFill>
                  <a:srgbClr val="0F172A"/>
                </a:solidFill>
              </a:defRPr>
            </a:pPr>
            <a:r>
              <a:t>• Storage services use cases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Machine Learning and AI Services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Google Cloud offers a range of machine learning and AI services, including Google AutoML, Google Cloud Vision, and Google Cloud Natural Language. These services enable businesses to build and deploy machine learning models, as well as analyze and understand large volumes of data.</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What is Google AutoML?</a:t>
            </a:r>
          </a:p>
          <a:p>
            <a:pPr>
              <a:lnSpc>
                <a:spcPct val="120000"/>
              </a:lnSpc>
              <a:spcBef>
                <a:spcPts val="300"/>
              </a:spcBef>
              <a:spcAft>
                <a:spcPts val="300"/>
              </a:spcAft>
              <a:defRPr sz="1600">
                <a:solidFill>
                  <a:srgbClr val="0F172A"/>
                </a:solidFill>
              </a:defRPr>
            </a:pPr>
            <a:r>
              <a:t>• Key benefits of using AutoML</a:t>
            </a:r>
          </a:p>
          <a:p>
            <a:pPr>
              <a:lnSpc>
                <a:spcPct val="120000"/>
              </a:lnSpc>
              <a:spcBef>
                <a:spcPts val="300"/>
              </a:spcBef>
              <a:spcAft>
                <a:spcPts val="300"/>
              </a:spcAft>
              <a:defRPr sz="1600">
                <a:solidFill>
                  <a:srgbClr val="0F172A"/>
                </a:solidFill>
              </a:defRPr>
            </a:pPr>
            <a:r>
              <a:t>• Google Cloud Vision: computer vision</a:t>
            </a:r>
          </a:p>
          <a:p>
            <a:pPr>
              <a:lnSpc>
                <a:spcPct val="120000"/>
              </a:lnSpc>
              <a:spcBef>
                <a:spcPts val="300"/>
              </a:spcBef>
              <a:spcAft>
                <a:spcPts val="300"/>
              </a:spcAft>
              <a:defRPr sz="1600">
                <a:solidFill>
                  <a:srgbClr val="0F172A"/>
                </a:solidFill>
              </a:defRPr>
            </a:pPr>
            <a:r>
              <a:t>• Google Cloud Natural Language: natural language processing</a:t>
            </a:r>
          </a:p>
          <a:p>
            <a:pPr>
              <a:lnSpc>
                <a:spcPct val="120000"/>
              </a:lnSpc>
              <a:spcBef>
                <a:spcPts val="300"/>
              </a:spcBef>
              <a:spcAft>
                <a:spcPts val="300"/>
              </a:spcAft>
              <a:defRPr sz="1600">
                <a:solidFill>
                  <a:srgbClr val="0F172A"/>
                </a:solidFill>
              </a:defRPr>
            </a:pPr>
            <a:r>
              <a:t>• Machine learning and AI services use cases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Security and Compliance</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Google Cloud provides robust security and compliance features to ensure the confidentiality, integrity, and availability of business data. These features include encryption, access controls, and auditing and logging.</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What is Google Cloud Security?</a:t>
            </a:r>
          </a:p>
          <a:p>
            <a:pPr>
              <a:lnSpc>
                <a:spcPct val="120000"/>
              </a:lnSpc>
              <a:spcBef>
                <a:spcPts val="300"/>
              </a:spcBef>
              <a:spcAft>
                <a:spcPts val="300"/>
              </a:spcAft>
              <a:defRPr sz="1600">
                <a:solidFill>
                  <a:srgbClr val="0F172A"/>
                </a:solidFill>
              </a:defRPr>
            </a:pPr>
            <a:r>
              <a:t>• Key benefits of using Cloud Security</a:t>
            </a:r>
          </a:p>
          <a:p>
            <a:pPr>
              <a:lnSpc>
                <a:spcPct val="120000"/>
              </a:lnSpc>
              <a:spcBef>
                <a:spcPts val="300"/>
              </a:spcBef>
              <a:spcAft>
                <a:spcPts val="300"/>
              </a:spcAft>
              <a:defRPr sz="1600">
                <a:solidFill>
                  <a:srgbClr val="0F172A"/>
                </a:solidFill>
              </a:defRPr>
            </a:pPr>
            <a:r>
              <a:t>• Encryption: protecting sensitive data</a:t>
            </a:r>
          </a:p>
          <a:p>
            <a:pPr>
              <a:lnSpc>
                <a:spcPct val="120000"/>
              </a:lnSpc>
              <a:spcBef>
                <a:spcPts val="300"/>
              </a:spcBef>
              <a:spcAft>
                <a:spcPts val="300"/>
              </a:spcAft>
              <a:defRPr sz="1600">
                <a:solidFill>
                  <a:srgbClr val="0F172A"/>
                </a:solidFill>
              </a:defRPr>
            </a:pPr>
            <a:r>
              <a:t>• Access controls: managing user permissions</a:t>
            </a:r>
          </a:p>
          <a:p>
            <a:pPr>
              <a:lnSpc>
                <a:spcPct val="120000"/>
              </a:lnSpc>
              <a:spcBef>
                <a:spcPts val="300"/>
              </a:spcBef>
              <a:spcAft>
                <a:spcPts val="300"/>
              </a:spcAft>
              <a:defRPr sz="1600">
                <a:solidFill>
                  <a:srgbClr val="0F172A"/>
                </a:solidFill>
              </a:defRPr>
            </a:pPr>
            <a:r>
              <a:t>• Auditing and logging: monitoring system activity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Case Studies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Google Cloud has been used by numerous organizations across various industries to drive innovation, improve efficiency, and reduce costs. This slide presents case studies of businesses that have successfully implemented Google Cloud solutions.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Company A: [brief summary]</a:t>
            </a:r>
          </a:p>
          <a:p>
            <a:pPr>
              <a:lnSpc>
                <a:spcPct val="120000"/>
              </a:lnSpc>
              <a:spcBef>
                <a:spcPts val="300"/>
              </a:spcBef>
              <a:spcAft>
                <a:spcPts val="300"/>
              </a:spcAft>
              <a:defRPr sz="1600">
                <a:solidFill>
                  <a:srgbClr val="0F172A"/>
                </a:solidFill>
              </a:defRPr>
            </a:pPr>
            <a:r>
              <a:t>• Company B: [brief summary]</a:t>
            </a:r>
          </a:p>
          <a:p>
            <a:pPr>
              <a:lnSpc>
                <a:spcPct val="120000"/>
              </a:lnSpc>
              <a:spcBef>
                <a:spcPts val="300"/>
              </a:spcBef>
              <a:spcAft>
                <a:spcPts val="300"/>
              </a:spcAft>
              <a:defRPr sz="1600">
                <a:solidFill>
                  <a:srgbClr val="0F172A"/>
                </a:solidFill>
              </a:defRPr>
            </a:pPr>
            <a:r>
              <a:t>• Company C: [brief summary]</a:t>
            </a:r>
          </a:p>
          <a:p>
            <a:pPr>
              <a:lnSpc>
                <a:spcPct val="120000"/>
              </a:lnSpc>
              <a:spcBef>
                <a:spcPts val="300"/>
              </a:spcBef>
              <a:spcAft>
                <a:spcPts val="300"/>
              </a:spcAft>
              <a:defRPr sz="1600">
                <a:solidFill>
                  <a:srgbClr val="0F172A"/>
                </a:solidFill>
              </a:defRPr>
            </a:pPr>
            <a:r>
              <a:t>• Benefits of using Google Cloud in real-world scenarios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Getting Started with Google Cloud</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This slide provides guidance on getting started with Google Cloud, including setting up an account, exploring the console, and deploying a first project. It also highlights resources available for learning and support.</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Setting up a Google Cloud account</a:t>
            </a:r>
          </a:p>
          <a:p>
            <a:pPr>
              <a:lnSpc>
                <a:spcPct val="120000"/>
              </a:lnSpc>
              <a:spcBef>
                <a:spcPts val="300"/>
              </a:spcBef>
              <a:spcAft>
                <a:spcPts val="300"/>
              </a:spcAft>
              <a:defRPr sz="1600">
                <a:solidFill>
                  <a:srgbClr val="0F172A"/>
                </a:solidFill>
              </a:defRPr>
            </a:pPr>
            <a:r>
              <a:t>• Exploring the Google Cloud Console</a:t>
            </a:r>
          </a:p>
          <a:p>
            <a:pPr>
              <a:lnSpc>
                <a:spcPct val="120000"/>
              </a:lnSpc>
              <a:spcBef>
                <a:spcPts val="300"/>
              </a:spcBef>
              <a:spcAft>
                <a:spcPts val="300"/>
              </a:spcAft>
              <a:defRPr sz="1600">
                <a:solidFill>
                  <a:srgbClr val="0F172A"/>
                </a:solidFill>
              </a:defRPr>
            </a:pPr>
            <a:r>
              <a:t>• Deploying a first project</a:t>
            </a:r>
          </a:p>
          <a:p>
            <a:pPr>
              <a:lnSpc>
                <a:spcPct val="120000"/>
              </a:lnSpc>
              <a:spcBef>
                <a:spcPts val="300"/>
              </a:spcBef>
              <a:spcAft>
                <a:spcPts val="300"/>
              </a:spcAft>
              <a:defRPr sz="1600">
                <a:solidFill>
                  <a:srgbClr val="0F172A"/>
                </a:solidFill>
              </a:defRPr>
            </a:pPr>
            <a:r>
              <a:t>• Resources for learning and support</a:t>
            </a:r>
          </a:p>
          <a:p>
            <a:pPr>
              <a:lnSpc>
                <a:spcPct val="120000"/>
              </a:lnSpc>
              <a:spcBef>
                <a:spcPts val="300"/>
              </a:spcBef>
              <a:spcAft>
                <a:spcPts val="300"/>
              </a:spcAft>
              <a:defRPr sz="1600">
                <a:solidFill>
                  <a:srgbClr val="0F172A"/>
                </a:solidFill>
              </a:defRPr>
            </a:pPr>
            <a:r>
              <a:t>• Common pitfalls to avoid when getting started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Conclusion - Market Share (%)</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Beginning</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Introduction to Google Cloud</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Middle</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Security and Compliance</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End</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Conclusion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 to Google Cloud</a:t>
            </a:r>
          </a:p>
          <a:p>
            <a:pPr>
              <a:spcBef>
                <a:spcPts val="800"/>
              </a:spcBef>
              <a:spcAft>
                <a:spcPts val="800"/>
              </a:spcAft>
              <a:defRPr sz="2000">
                <a:solidFill>
                  <a:srgbClr val="F59E0B"/>
                </a:solidFill>
              </a:defRPr>
            </a:pPr>
            <a:r>
              <a:t>✓ Compute Services</a:t>
            </a:r>
          </a:p>
          <a:p>
            <a:pPr>
              <a:spcBef>
                <a:spcPts val="800"/>
              </a:spcBef>
              <a:spcAft>
                <a:spcPts val="800"/>
              </a:spcAft>
              <a:defRPr sz="2000">
                <a:solidFill>
                  <a:srgbClr val="F59E0B"/>
                </a:solidFill>
              </a:defRPr>
            </a:pPr>
            <a:r>
              <a:t>✓ Storage Services</a:t>
            </a:r>
          </a:p>
          <a:p>
            <a:pPr>
              <a:spcBef>
                <a:spcPts val="800"/>
              </a:spcBef>
              <a:spcAft>
                <a:spcPts val="800"/>
              </a:spcAft>
              <a:defRPr sz="2000">
                <a:solidFill>
                  <a:srgbClr val="F59E0B"/>
                </a:solidFill>
              </a:defRPr>
            </a:pPr>
            <a:r>
              <a:t>✓ Machine Learning and AI Services</a:t>
            </a:r>
          </a:p>
          <a:p>
            <a:pPr>
              <a:spcBef>
                <a:spcPts val="800"/>
              </a:spcBef>
              <a:spcAft>
                <a:spcPts val="800"/>
              </a:spcAft>
              <a:defRPr sz="2000">
                <a:solidFill>
                  <a:srgbClr val="F59E0B"/>
                </a:solidFill>
              </a:defRPr>
            </a:pPr>
            <a:r>
              <a:t>✓ Security and Compliance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