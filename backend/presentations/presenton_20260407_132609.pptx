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Blockchain Development: Building a Secure and Efficient Network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Blockchain Technology</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Blockchain technology has revolutionized the way we think about data storage and security. By using distributed ledger technology, blockchain networks allow for secure and transparent transactions without a central authority. This makes it an ideal solution for various industries such as finance, supply chain management, and healthcare. In this presentation, we will explore the basics of blockchain development and its applications.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Decentralized data storage</a:t>
            </a:r>
          </a:p>
          <a:p>
            <a:pPr>
              <a:lnSpc>
                <a:spcPct val="120000"/>
              </a:lnSpc>
              <a:spcBef>
                <a:spcPts val="300"/>
              </a:spcBef>
              <a:spcAft>
                <a:spcPts val="300"/>
              </a:spcAft>
              <a:defRPr sz="1600">
                <a:solidFill>
                  <a:srgbClr val="0F172A"/>
                </a:solidFill>
              </a:defRPr>
            </a:pPr>
            <a:r>
              <a:t>• Immutable ledger</a:t>
            </a:r>
          </a:p>
          <a:p>
            <a:pPr>
              <a:lnSpc>
                <a:spcPct val="120000"/>
              </a:lnSpc>
              <a:spcBef>
                <a:spcPts val="300"/>
              </a:spcBef>
              <a:spcAft>
                <a:spcPts val="300"/>
              </a:spcAft>
              <a:defRPr sz="1600">
                <a:solidFill>
                  <a:srgbClr val="0F172A"/>
                </a:solidFill>
              </a:defRPr>
            </a:pPr>
            <a:r>
              <a:t>• Security through cryptography</a:t>
            </a:r>
          </a:p>
          <a:p>
            <a:pPr>
              <a:lnSpc>
                <a:spcPct val="120000"/>
              </a:lnSpc>
              <a:spcBef>
                <a:spcPts val="300"/>
              </a:spcBef>
              <a:spcAft>
                <a:spcPts val="300"/>
              </a:spcAft>
              <a:defRPr sz="1600">
                <a:solidFill>
                  <a:srgbClr val="0F172A"/>
                </a:solidFill>
              </a:defRPr>
            </a:pPr>
            <a:r>
              <a:t>• Transparent transactions</a:t>
            </a:r>
          </a:p>
          <a:p>
            <a:pPr>
              <a:lnSpc>
                <a:spcPct val="120000"/>
              </a:lnSpc>
              <a:spcBef>
                <a:spcPts val="300"/>
              </a:spcBef>
              <a:spcAft>
                <a:spcPts val="300"/>
              </a:spcAft>
              <a:defRPr sz="1600">
                <a:solidFill>
                  <a:srgbClr val="0F172A"/>
                </a:solidFill>
              </a:defRPr>
            </a:pPr>
            <a:r>
              <a:t>• Distributed network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Blockchain Architecture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 blockchain is a decentralized, distributed digital ledger that records transactions across multiple computers. The architecture of a blockchain consists of nodes, which are the computers that make up the network, and the consensus mechanism, which ensures that all nodes agree on the state of the ledger. This decentralized structure allows for secure and transparent transactions.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Nodes</a:t>
            </a:r>
          </a:p>
          <a:p>
            <a:pPr>
              <a:lnSpc>
                <a:spcPct val="115000"/>
              </a:lnSpc>
              <a:spcBef>
                <a:spcPts val="200"/>
              </a:spcBef>
              <a:spcAft>
                <a:spcPts val="200"/>
              </a:spcAft>
              <a:defRPr sz="1500">
                <a:solidFill>
                  <a:srgbClr val="0F172A"/>
                </a:solidFill>
              </a:defRPr>
            </a:pPr>
            <a:r>
              <a:t>• Consensus mechanism</a:t>
            </a:r>
          </a:p>
          <a:p>
            <a:pPr>
              <a:lnSpc>
                <a:spcPct val="115000"/>
              </a:lnSpc>
              <a:spcBef>
                <a:spcPts val="200"/>
              </a:spcBef>
              <a:spcAft>
                <a:spcPts val="200"/>
              </a:spcAft>
              <a:defRPr sz="1500">
                <a:solidFill>
                  <a:srgbClr val="0F172A"/>
                </a:solidFill>
              </a:defRPr>
            </a:pPr>
            <a:r>
              <a:t>• Distributed ledger</a:t>
            </a:r>
          </a:p>
          <a:p>
            <a:pPr>
              <a:lnSpc>
                <a:spcPct val="115000"/>
              </a:lnSpc>
              <a:spcBef>
                <a:spcPts val="200"/>
              </a:spcBef>
              <a:spcAft>
                <a:spcPts val="200"/>
              </a:spcAft>
              <a:defRPr sz="1500">
                <a:solidFill>
                  <a:srgbClr val="0F172A"/>
                </a:solidFill>
              </a:defRPr>
            </a:pPr>
            <a:r>
              <a:t>• Decentralized architecture</a:t>
            </a:r>
          </a:p>
          <a:p>
            <a:pPr>
              <a:lnSpc>
                <a:spcPct val="115000"/>
              </a:lnSpc>
              <a:spcBef>
                <a:spcPts val="200"/>
              </a:spcBef>
              <a:spcAft>
                <a:spcPts val="200"/>
              </a:spcAft>
              <a:defRPr sz="1500">
                <a:solidFill>
                  <a:srgbClr val="0F172A"/>
                </a:solidFill>
              </a:defRPr>
            </a:pPr>
            <a:r>
              <a:t>• Immutable data</a:t>
            </a:r>
          </a:p>
        </p:txBody>
      </p:sp>
      <p:pic>
        <p:nvPicPr>
          <p:cNvPr id="5" name="Picture 4" descr="unsplash_JNxTZzpHmsI.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Smart Contracts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Smart contracts are self-executing contracts with the terms of the agreement written directly into lines of code. They allow for automated execution and enforcement of agreements without the need for intermediaries. This eliminates the need for trust and reduces transaction costs.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Self-executing contracts</a:t>
            </a:r>
          </a:p>
          <a:p>
            <a:pPr>
              <a:lnSpc>
                <a:spcPct val="120000"/>
              </a:lnSpc>
              <a:spcBef>
                <a:spcPts val="300"/>
              </a:spcBef>
              <a:spcAft>
                <a:spcPts val="300"/>
              </a:spcAft>
              <a:defRPr sz="1600">
                <a:solidFill>
                  <a:srgbClr val="0F172A"/>
                </a:solidFill>
              </a:defRPr>
            </a:pPr>
            <a:r>
              <a:t>• Automated execution</a:t>
            </a:r>
          </a:p>
          <a:p>
            <a:pPr>
              <a:lnSpc>
                <a:spcPct val="120000"/>
              </a:lnSpc>
              <a:spcBef>
                <a:spcPts val="300"/>
              </a:spcBef>
              <a:spcAft>
                <a:spcPts val="300"/>
              </a:spcAft>
              <a:defRPr sz="1600">
                <a:solidFill>
                  <a:srgbClr val="0F172A"/>
                </a:solidFill>
              </a:defRPr>
            </a:pPr>
            <a:r>
              <a:t>• Immutable code</a:t>
            </a:r>
          </a:p>
          <a:p>
            <a:pPr>
              <a:lnSpc>
                <a:spcPct val="120000"/>
              </a:lnSpc>
              <a:spcBef>
                <a:spcPts val="300"/>
              </a:spcBef>
              <a:spcAft>
                <a:spcPts val="300"/>
              </a:spcAft>
              <a:defRPr sz="1600">
                <a:solidFill>
                  <a:srgbClr val="0F172A"/>
                </a:solidFill>
              </a:defRPr>
            </a:pPr>
            <a:r>
              <a:t>• Reduced transaction costs</a:t>
            </a:r>
          </a:p>
          <a:p>
            <a:pPr>
              <a:lnSpc>
                <a:spcPct val="120000"/>
              </a:lnSpc>
              <a:spcBef>
                <a:spcPts val="300"/>
              </a:spcBef>
              <a:spcAft>
                <a:spcPts val="300"/>
              </a:spcAft>
              <a:defRPr sz="1600">
                <a:solidFill>
                  <a:srgbClr val="0F172A"/>
                </a:solidFill>
              </a:defRPr>
            </a:pPr>
            <a:r>
              <a:t>• Increased transparency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Blockchain Development Tools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There are various tools and platforms available for blockchain development, including programming languages such as Solidity for Ethereum and Chaincode for Hyperledger Fabric. Additionally, there are tools like Truffle and Web3.js that provide a simpler way to interact with the blockchain.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Solidity</a:t>
            </a:r>
          </a:p>
          <a:p>
            <a:pPr>
              <a:lnSpc>
                <a:spcPct val="120000"/>
              </a:lnSpc>
              <a:spcBef>
                <a:spcPts val="300"/>
              </a:spcBef>
              <a:spcAft>
                <a:spcPts val="300"/>
              </a:spcAft>
              <a:defRPr sz="1600">
                <a:solidFill>
                  <a:srgbClr val="0F172A"/>
                </a:solidFill>
              </a:defRPr>
            </a:pPr>
            <a:r>
              <a:t>• Chaincode</a:t>
            </a:r>
          </a:p>
          <a:p>
            <a:pPr>
              <a:lnSpc>
                <a:spcPct val="120000"/>
              </a:lnSpc>
              <a:spcBef>
                <a:spcPts val="300"/>
              </a:spcBef>
              <a:spcAft>
                <a:spcPts val="300"/>
              </a:spcAft>
              <a:defRPr sz="1600">
                <a:solidFill>
                  <a:srgbClr val="0F172A"/>
                </a:solidFill>
              </a:defRPr>
            </a:pPr>
            <a:r>
              <a:t>• Truffle</a:t>
            </a:r>
          </a:p>
          <a:p>
            <a:pPr>
              <a:lnSpc>
                <a:spcPct val="120000"/>
              </a:lnSpc>
              <a:spcBef>
                <a:spcPts val="300"/>
              </a:spcBef>
              <a:spcAft>
                <a:spcPts val="300"/>
              </a:spcAft>
              <a:defRPr sz="1600">
                <a:solidFill>
                  <a:srgbClr val="0F172A"/>
                </a:solidFill>
              </a:defRPr>
            </a:pPr>
            <a:r>
              <a:t>• Web3.js</a:t>
            </a:r>
          </a:p>
          <a:p>
            <a:pPr>
              <a:lnSpc>
                <a:spcPct val="120000"/>
              </a:lnSpc>
              <a:spcBef>
                <a:spcPts val="300"/>
              </a:spcBef>
              <a:spcAft>
                <a:spcPts val="300"/>
              </a:spcAft>
              <a:defRPr sz="1600">
                <a:solidFill>
                  <a:srgbClr val="0F172A"/>
                </a:solidFill>
              </a:defRPr>
            </a:pPr>
            <a:r>
              <a:t>• Ethereum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Challenges in Blockchain Development</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While blockchain technology has many benefits, there are also several challenges to consider when developing a blockchain-based application. These include scalability issues, high energy consumption, and the need for skilled developers.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Scalability</a:t>
            </a:r>
          </a:p>
          <a:p>
            <a:pPr>
              <a:lnSpc>
                <a:spcPct val="115000"/>
              </a:lnSpc>
              <a:spcBef>
                <a:spcPts val="200"/>
              </a:spcBef>
              <a:spcAft>
                <a:spcPts val="200"/>
              </a:spcAft>
              <a:defRPr sz="1500">
                <a:solidFill>
                  <a:srgbClr val="0F172A"/>
                </a:solidFill>
              </a:defRPr>
            </a:pPr>
            <a:r>
              <a:t>• Energy consumption</a:t>
            </a:r>
          </a:p>
          <a:p>
            <a:pPr>
              <a:lnSpc>
                <a:spcPct val="115000"/>
              </a:lnSpc>
              <a:spcBef>
                <a:spcPts val="200"/>
              </a:spcBef>
              <a:spcAft>
                <a:spcPts val="200"/>
              </a:spcAft>
              <a:defRPr sz="1500">
                <a:solidFill>
                  <a:srgbClr val="0F172A"/>
                </a:solidFill>
              </a:defRPr>
            </a:pPr>
            <a:r>
              <a:t>• Skilled developers needed</a:t>
            </a:r>
          </a:p>
          <a:p>
            <a:pPr>
              <a:lnSpc>
                <a:spcPct val="115000"/>
              </a:lnSpc>
              <a:spcBef>
                <a:spcPts val="200"/>
              </a:spcBef>
              <a:spcAft>
                <a:spcPts val="200"/>
              </a:spcAft>
              <a:defRPr sz="1500">
                <a:solidFill>
                  <a:srgbClr val="0F172A"/>
                </a:solidFill>
              </a:defRPr>
            </a:pPr>
            <a:r>
              <a:t>• Security risks</a:t>
            </a:r>
          </a:p>
          <a:p>
            <a:pPr>
              <a:lnSpc>
                <a:spcPct val="115000"/>
              </a:lnSpc>
              <a:spcBef>
                <a:spcPts val="200"/>
              </a:spcBef>
              <a:spcAft>
                <a:spcPts val="200"/>
              </a:spcAft>
              <a:defRPr sz="1500">
                <a:solidFill>
                  <a:srgbClr val="0F172A"/>
                </a:solidFill>
              </a:defRPr>
            </a:pPr>
            <a:r>
              <a:t>• Interoperability</a:t>
            </a:r>
          </a:p>
        </p:txBody>
      </p:sp>
      <p:pic>
        <p:nvPicPr>
          <p:cNvPr id="5" name="Picture 4" descr="unsplash_JNxTZzpHmsI.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Blockchain Technology</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Blockchain Development Tools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Blockchain Technology</a:t>
            </a:r>
          </a:p>
          <a:p>
            <a:pPr>
              <a:spcBef>
                <a:spcPts val="800"/>
              </a:spcBef>
              <a:spcAft>
                <a:spcPts val="800"/>
              </a:spcAft>
              <a:defRPr sz="2000">
                <a:solidFill>
                  <a:srgbClr val="F59E0B"/>
                </a:solidFill>
              </a:defRPr>
            </a:pPr>
            <a:r>
              <a:t>✓ Blockchain Architecture</a:t>
            </a:r>
          </a:p>
          <a:p>
            <a:pPr>
              <a:spcBef>
                <a:spcPts val="800"/>
              </a:spcBef>
              <a:spcAft>
                <a:spcPts val="800"/>
              </a:spcAft>
              <a:defRPr sz="2000">
                <a:solidFill>
                  <a:srgbClr val="F59E0B"/>
                </a:solidFill>
              </a:defRPr>
            </a:pPr>
            <a:r>
              <a:t>✓ Smart Contracts</a:t>
            </a:r>
          </a:p>
          <a:p>
            <a:pPr>
              <a:spcBef>
                <a:spcPts val="800"/>
              </a:spcBef>
              <a:spcAft>
                <a:spcPts val="800"/>
              </a:spcAft>
              <a:defRPr sz="2000">
                <a:solidFill>
                  <a:srgbClr val="F59E0B"/>
                </a:solidFill>
              </a:defRPr>
            </a:pPr>
            <a:r>
              <a:t>✓ Blockchain Development Tools</a:t>
            </a:r>
          </a:p>
          <a:p>
            <a:pPr>
              <a:spcBef>
                <a:spcPts val="800"/>
              </a:spcBef>
              <a:spcAft>
                <a:spcPts val="800"/>
              </a:spcAft>
              <a:defRPr sz="2000">
                <a:solidFill>
                  <a:srgbClr val="F59E0B"/>
                </a:solidFill>
              </a:defRPr>
            </a:pPr>
            <a:r>
              <a:t>✓ Challenges in Blockchain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