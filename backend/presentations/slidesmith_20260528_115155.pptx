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Cache Memory in VLSI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csum_slide_3_seed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csum_slide_6_seed_7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