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1E40AF"/>
              </a:solidFill>
            </c:spPr>
          </c:dPt>
          <c:dPt>
            <c:idx val="1"/>
            <c:spPr>
              <a:solidFill>
                <a:srgbClr val="1E40AF"/>
              </a:solidFill>
            </c:spPr>
          </c:dPt>
          <c:dPt>
            <c:idx val="2"/>
            <c:spPr>
              <a:solidFill>
                <a:srgbClr val="1E40AF"/>
              </a:solidFill>
            </c:spPr>
          </c:dPt>
          <c:cat>
            <c:strRef>
              <c:f>Sheet1!$A$2:$A$4</c:f>
              <c:strCache>
                <c:ptCount val="3"/>
                <c:pt idx="0">
                  <c:v>Gate Zone</c:v>
                </c:pt>
                <c:pt idx="1">
                  <c:v>Boarding Time</c:v>
                </c:pt>
                <c:pt idx="2">
                  <c:v>Seat Number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15.0</c:v>
                </c:pt>
                <c:pt idx="2">
                  <c:v>37000000000.0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0F172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355079" y="-1143000"/>
            <a:ext cx="4114800" cy="41148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" y="4754880"/>
            <a:ext cx="2011680" cy="2011680"/>
          </a:xfrm>
          <a:prstGeom prst="ellipse">
            <a:avLst/>
          </a:prstGeom>
          <a:noFill/>
          <a:ln w="317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4000" b="1">
                <a:solidFill>
                  <a:srgbClr val="FFFFFF"/>
                </a:solidFill>
              </a:defRPr>
            </a:pPr>
            <a:r>
              <a:t>Flight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This presentation will cover the flight information details.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24028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Flight Details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99008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4436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Boarding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Flight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0zeb4q6od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Flight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The flight is from Delhi (T1) to Kolkata, and it's operated by IndiGo.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Boarding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F172A"/>
                </a:solidFill>
              </a:defRPr>
            </a:pPr>
            <a:r>
              <a:t>The boarding time is 15 hours, and the gate zone is 1.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20239"/>
          <a:ext cx="804672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Flight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5bYxXawHOQ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Important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57784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FFFFFF"/>
                </a:solidFill>
              </a:defRPr>
            </a:pPr>
            <a:r>
              <a:t>Please note that the gate is subject to change, and it will close 25 minutes prior to departure.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Contact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For any queries or assistance, please visit the IndiGo website or contact their customer service.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423160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Website: https://www.goindigo.in/checkin/print.html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17296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F172A"/>
                </a:solidFill>
              </a:defRPr>
            </a:pPr>
            <a:r>
              <a:t>Customer Service Contact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84153"/>
                </a:solidFill>
              </a:defRPr>
            </a:pPr>
            <a:r>
              <a:t>Flight Information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8415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914400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cxnSp>
        <p:nvCxnSpPr>
          <p:cNvPr id="900" name="DiagConnector"/>
          <p:cNvCxnSpPr/>
          <p:nvPr/>
        </p:nvCxnSpPr>
        <p:spPr>
          <a:xfrm>
            <a:off x="758952" y="1444752"/>
            <a:ext cx="5029200" cy="2743200"/>
          </a:xfrm>
          <a:prstGeom prst="line">
            <a:avLst/>
          </a:prstGeom>
          <a:ln w="18000">
            <a:solidFill>
              <a:srgbClr val="CBD5E1"/>
            </a:solidFill>
            <a:prstDash val="sysDash"/>
          </a:ln>
        </p:spPr>
      </p:cxnSp>
      <p:sp>
        <p:nvSpPr>
          <p:cNvPr id="901" name="Rectangle 900"/>
          <p:cNvSpPr/>
          <p:nvPr/>
        </p:nvSpPr>
        <p:spPr>
          <a:xfrm>
            <a:off x="557784" y="11521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" name="Rectangle 901"/>
          <p:cNvSpPr/>
          <p:nvPr/>
        </p:nvSpPr>
        <p:spPr>
          <a:xfrm>
            <a:off x="502920" y="10972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3" name="Rectangle 902"/>
          <p:cNvSpPr/>
          <p:nvPr/>
        </p:nvSpPr>
        <p:spPr>
          <a:xfrm>
            <a:off x="502920" y="10972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Oval 903"/>
          <p:cNvSpPr/>
          <p:nvPr/>
        </p:nvSpPr>
        <p:spPr>
          <a:xfrm>
            <a:off x="502920" y="11887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1271016" y="12618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906" name="Rectangle 905"/>
          <p:cNvSpPr/>
          <p:nvPr/>
        </p:nvSpPr>
        <p:spPr>
          <a:xfrm>
            <a:off x="667512" y="17007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704088" y="17739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Flight Details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Boarding Pass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3072384" y="25237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Rectangle 908"/>
          <p:cNvSpPr/>
          <p:nvPr/>
        </p:nvSpPr>
        <p:spPr>
          <a:xfrm>
            <a:off x="3017520" y="24688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0" name="Rectangle 909"/>
          <p:cNvSpPr/>
          <p:nvPr/>
        </p:nvSpPr>
        <p:spPr>
          <a:xfrm>
            <a:off x="3017520" y="24688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1" name="Oval 910"/>
          <p:cNvSpPr/>
          <p:nvPr/>
        </p:nvSpPr>
        <p:spPr>
          <a:xfrm>
            <a:off x="3017520" y="25603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3785615" y="26334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Flight Information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3182112" y="30723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3218688" y="31455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Flight Number: 6E 6415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Departure Time: 16:00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Date: 07 May 2026</a:t>
            </a:r>
          </a:p>
        </p:txBody>
      </p:sp>
      <p:sp>
        <p:nvSpPr>
          <p:cNvPr id="915" name="Rectangle 914"/>
          <p:cNvSpPr/>
          <p:nvPr/>
        </p:nvSpPr>
        <p:spPr>
          <a:xfrm>
            <a:off x="5586983" y="3895344"/>
            <a:ext cx="31089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6" name="Rectangle 915"/>
          <p:cNvSpPr/>
          <p:nvPr/>
        </p:nvSpPr>
        <p:spPr>
          <a:xfrm>
            <a:off x="5532120" y="3840480"/>
            <a:ext cx="31089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7" name="Rectangle 916"/>
          <p:cNvSpPr/>
          <p:nvPr/>
        </p:nvSpPr>
        <p:spPr>
          <a:xfrm>
            <a:off x="5532120" y="3840480"/>
            <a:ext cx="54864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8" name="Oval 917"/>
          <p:cNvSpPr/>
          <p:nvPr/>
        </p:nvSpPr>
        <p:spPr>
          <a:xfrm>
            <a:off x="5532120" y="3931920"/>
            <a:ext cx="512064" cy="512064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19" name="TextBox 918"/>
          <p:cNvSpPr txBox="1"/>
          <p:nvPr/>
        </p:nvSpPr>
        <p:spPr>
          <a:xfrm>
            <a:off x="6300215" y="4005072"/>
            <a:ext cx="2176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Boarding Details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5696712" y="4443984"/>
            <a:ext cx="2779776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" name="TextBox 920"/>
          <p:cNvSpPr txBox="1"/>
          <p:nvPr/>
        </p:nvSpPr>
        <p:spPr>
          <a:xfrm>
            <a:off x="5733288" y="4517136"/>
            <a:ext cx="2743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Gate Zone: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Boarding Time: 15 hours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100">
                <a:solidFill>
                  <a:srgbClr val="0F172A"/>
                </a:solidFill>
              </a:defRPr>
            </a:pPr>
            <a:r>
              <a:t>• Seat Number: 37B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896112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" y="1097280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051560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29387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216151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984248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938528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15568" y="2180844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03120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Flight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" y="2871215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825496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5568" y="3067812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90088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Boarding Details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3758184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712464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3954780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Important Notes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4645151"/>
            <a:ext cx="731520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599431"/>
            <a:ext cx="7315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" y="484174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64023"/>
            <a:ext cx="6565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600" b="1">
                <a:solidFill>
                  <a:srgbClr val="1E40AF"/>
                </a:solidFill>
              </a:defRPr>
            </a:pPr>
            <a:r>
              <a:t>Contact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