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OpenAI</c:v>
                </c:pt>
                <c:pt idx="1">
                  <c:v>Google</c:v>
                </c:pt>
                <c:pt idx="2">
                  <c:v>Meta</c:v>
                </c:pt>
                <c:pt idx="3">
                  <c:v>Anthropic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28</c:v>
                </c:pt>
                <c:pt idx="2">
                  <c:v>18</c:v>
                </c:pt>
                <c:pt idx="3">
                  <c:v>15</c:v>
                </c:pt>
                <c:pt idx="4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  <p:pic>
        <p:nvPicPr>
          <p:cNvPr id="5" name="Picture 4" descr="unsplash_ViC0envGdT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  <p:pic>
        <p:nvPicPr>
          <p:cNvPr id="5" name="Picture 4" descr="unsplash_ViC0envGdT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7 - Adoption (%)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Beginning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Slide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Slide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