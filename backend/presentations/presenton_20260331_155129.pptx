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74151"/>
                </a:solidFill>
              </a:defRPr>
            </a:pPr>
            <a:r>
              <a:t>Minimal Theme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B82F6"/>
                </a:solidFill>
              </a:defRPr>
            </a:pPr>
            <a:r>
              <a:t>Generated Presentation for Minimal Theme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151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11827"/>
                </a:solidFill>
              </a:defRPr>
            </a:pPr>
            <a:r>
              <a:t>• Here is a 3-slide presentation outline on the topic of Minimal Theme Test:</a:t>
            </a:r>
            <a:br/>
            <a:br/>
            <a:r>
              <a:t>**Title:** A Critical Look at Minimal Theme Test: Insights and Recommendations</a:t>
            </a:r>
            <a:br/>
            <a:br/>
            <a:r>
              <a:t>**Summary:** In this presentation, we will explore the concept of Minimal Theme Test, its importance in modern software development, and some key takeaways from our testing experience.</a:t>
            </a:r>
            <a:br/>
            <a:br/>
            <a:r>
              <a:t>**Slide 1: Introduction**</a:t>
            </a:r>
            <a:br/>
            <a:br/>
            <a:r>
              <a:t>* **Slide Title:** Understanding Minimal Theme Test</a:t>
            </a:r>
            <a:br/>
            <a:r>
              <a:t>* **Key Points:**</a:t>
            </a:r>
            <a:br/>
            <a:r>
              <a:t>	+ Definition: A minimal theme test is a testing approach that focuses on identifying the most critical aspects of an application's behavior.</a:t>
            </a:r>
            <a:br/>
            <a:r>
              <a:t>	+ Importance: In today's fast-paced development environment, minimal theme tests help developers prioritize and focus on the most important features.</a:t>
            </a:r>
            <a:br/>
            <a:r>
              <a:t>	+ Goal: This presentation aims to provide insights into the benefits and challenges of using Minimal Theme Test in software development.</a:t>
            </a:r>
            <a:br/>
            <a:br/>
            <a:r>
              <a:t>**Slide 2: Benefits and Challenges**</a:t>
            </a:r>
            <a:br/>
            <a:br/>
            <a:r>
              <a:t>* **Slide Title:** The Pros and Cons of Minimal Theme Test</a:t>
            </a:r>
            <a:br/>
            <a:r>
              <a:t>* **Key Points:**</a:t>
            </a:r>
            <a:br/>
            <a:r>
              <a:t>	+ Benefits:</a:t>
            </a:r>
            <a:br/>
            <a:r>
              <a:t>		- Faster testing cycles</a:t>
            </a:r>
            <a:br/>
            <a:r>
              <a:t>		- Reduced complexity</a:t>
            </a:r>
            <a:br/>
            <a:r>
              <a:t>		- Improved focus on critical features</a:t>
            </a:r>
            <a:br/>
            <a:r>
              <a:t>	+ Challenges:</a:t>
            </a:r>
            <a:br/>
            <a:r>
              <a:t>		- Increased risk of overlooking important functionality</a:t>
            </a:r>
            <a:br/>
            <a:r>
              <a:t>		- Potential for over-reliance on minimal tests</a:t>
            </a:r>
            <a:br/>
            <a:r>
              <a:t>		- Difficulty in prioritizing test cases</a:t>
            </a:r>
            <a:br/>
            <a:br/>
            <a:r>
              <a:t>**Slide 3: Recommendations and Next Steps**</a:t>
            </a:r>
            <a:br/>
            <a:br/>
            <a:r>
              <a:t>* **Slide Title:** Putting Minimal Theme Test into Practice</a:t>
            </a:r>
            <a:br/>
            <a:r>
              <a:t>* **Key Points:**</a:t>
            </a:r>
            <a:br/>
            <a:r>
              <a:t>	+ Best Practices:</a:t>
            </a:r>
            <a:br/>
            <a:r>
              <a:t>		- Start with a clear understanding of the application's critical features</a:t>
            </a:r>
            <a:br/>
            <a:r>
              <a:t>		- Prioritize tests based on business value and risk</a:t>
            </a:r>
            <a:br/>
            <a:r>
              <a:t>		- Use automation to increase testing efficiency</a:t>
            </a:r>
            <a:br/>
            <a:r>
              <a:t>	+ Next Steps:</a:t>
            </a:r>
            <a:br/>
            <a:r>
              <a:t>		- Consider using Minimal Theme Test for your next project or feature development</a:t>
            </a:r>
            <a:br/>
            <a:r>
              <a:t>		- Experiment with different testing frameworks and tools</a:t>
            </a:r>
            <a:br/>
            <a:br/>
            <a:r>
              <a:t>I hope this helps! Let me know if you have any further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151"/>
                </a:solidFill>
              </a:defRPr>
            </a:pPr>
            <a: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11827"/>
                </a:solidFill>
              </a:defRPr>
            </a:pPr>
            <a:r>
              <a:t>• Here is a 3-slide presentation outline on the topic of Minimal Theme Test:</a:t>
            </a:r>
            <a:br/>
            <a:br/>
            <a:r>
              <a:t>**Title:** A Critical Look at Minimal Theme Test: Insights and Recommendations</a:t>
            </a:r>
            <a:br/>
            <a:br/>
            <a:r>
              <a:t>**Summary:** In this presentation, we will explore the concept of Minimal Theme Test, its importance in modern software development, and some key takeaways from our testing experience.</a:t>
            </a:r>
            <a:br/>
            <a:br/>
            <a:r>
              <a:t>**Slide 1: Introduction**</a:t>
            </a:r>
            <a:br/>
            <a:br/>
            <a:r>
              <a:t>* **Slide Title:** Understanding Minimal Theme Test</a:t>
            </a:r>
            <a:br/>
            <a:r>
              <a:t>* **Key Points:**</a:t>
            </a:r>
            <a:br/>
            <a:r>
              <a:t>	+ Definition: A minimal theme test is a testing approach that focuses on identifying the most critical aspects of an application's behavior.</a:t>
            </a:r>
            <a:br/>
            <a:r>
              <a:t>	+ Importance: In today's fast-paced development environment, minimal theme tests help developers prioritize and focus on the most important features.</a:t>
            </a:r>
            <a:br/>
            <a:r>
              <a:t>	+ Goal: This presentation aims to provide insights into the benefits and challenges of using Minimal Theme Test in software development.</a:t>
            </a:r>
            <a:br/>
            <a:br/>
            <a:r>
              <a:t>**Slide 2: Benefits and Challenges**</a:t>
            </a:r>
            <a:br/>
            <a:br/>
            <a:r>
              <a:t>* **Slide Title:** The Pros and Cons of Minimal Theme Test</a:t>
            </a:r>
            <a:br/>
            <a:r>
              <a:t>* **Key Points:**</a:t>
            </a:r>
            <a:br/>
            <a:r>
              <a:t>	+ Benefits:</a:t>
            </a:r>
            <a:br/>
            <a:r>
              <a:t>		- Faster testing cycles</a:t>
            </a:r>
            <a:br/>
            <a:r>
              <a:t>		- Reduced complexity</a:t>
            </a:r>
            <a:br/>
            <a:r>
              <a:t>		- Improved focus on critical features</a:t>
            </a:r>
            <a:br/>
            <a:r>
              <a:t>	+ Challenges:</a:t>
            </a:r>
            <a:br/>
            <a:r>
              <a:t>		- Increased risk of overlooking important functionality</a:t>
            </a:r>
            <a:br/>
            <a:r>
              <a:t>		- Potential for over-reliance on minimal tests</a:t>
            </a:r>
            <a:br/>
            <a:r>
              <a:t>		- Difficulty in prioritizing test cases</a:t>
            </a:r>
            <a:br/>
            <a:br/>
            <a:r>
              <a:t>**Slide 3: Recommendations and Next Steps**</a:t>
            </a:r>
            <a:br/>
            <a:br/>
            <a:r>
              <a:t>* **Slide Title:** Putting Minimal Theme Test into Practice</a:t>
            </a:r>
            <a:br/>
            <a:r>
              <a:t>* **Key Points:**</a:t>
            </a:r>
            <a:br/>
            <a:r>
              <a:t>	+ Best Practices:</a:t>
            </a:r>
            <a:br/>
            <a:r>
              <a:t>		- Start with a clear understanding of the application's critical features</a:t>
            </a:r>
            <a:br/>
            <a:r>
              <a:t>		- Prioritize tests based on business value and risk</a:t>
            </a:r>
            <a:br/>
            <a:r>
              <a:t>		- Use automation to increase testing efficiency</a:t>
            </a:r>
            <a:br/>
            <a:r>
              <a:t>	+ Next Steps:</a:t>
            </a:r>
            <a:br/>
            <a:r>
              <a:t>		- Consider using Minimal Theme Test for your next project or feature development</a:t>
            </a:r>
            <a:br/>
            <a:r>
              <a:t>		- Experiment with different testing frameworks and tools</a:t>
            </a:r>
            <a:br/>
            <a:br/>
            <a:r>
              <a:t>I hope this helps! Let me know if you have any further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151"/>
                </a:solidFill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11827"/>
                </a:solidFill>
              </a:defRPr>
            </a:pPr>
            <a:r>
              <a:t>• Here is a 3-slide presentation outline on the topic of Minimal Theme Test:</a:t>
            </a:r>
            <a:br/>
            <a:br/>
            <a:r>
              <a:t>**Title:** A Critical Look at Minimal Theme Test: Insights and Recommendations</a:t>
            </a:r>
            <a:br/>
            <a:br/>
            <a:r>
              <a:t>**Summary:** In this presentation, we will explore the concept of Minimal Theme Test, its importance in modern software development, and some key takeaways from our testing experience.</a:t>
            </a:r>
            <a:br/>
            <a:br/>
            <a:r>
              <a:t>**Slide 1: Introduction**</a:t>
            </a:r>
            <a:br/>
            <a:br/>
            <a:r>
              <a:t>* **Slide Title:** Understanding Minimal Theme Test</a:t>
            </a:r>
            <a:br/>
            <a:r>
              <a:t>* **Key Points:**</a:t>
            </a:r>
            <a:br/>
            <a:r>
              <a:t>	+ Definition: A minimal theme test is a testing approach that focuses on identifying the most critical aspects of an application's behavior.</a:t>
            </a:r>
            <a:br/>
            <a:r>
              <a:t>	+ Importance: In today's fast-paced development environment, minimal theme tests help developers prioritize and focus on the most important features.</a:t>
            </a:r>
            <a:br/>
            <a:r>
              <a:t>	+ Goal: This presentation aims to provide insights into the benefits and challenges of using Minimal Theme Test in software development.</a:t>
            </a:r>
            <a:br/>
            <a:br/>
            <a:r>
              <a:t>**Slide 2: Benefits and Challenges**</a:t>
            </a:r>
            <a:br/>
            <a:br/>
            <a:r>
              <a:t>* **Slide Title:** The Pros and Cons of Minimal Theme Test</a:t>
            </a:r>
            <a:br/>
            <a:r>
              <a:t>* **Key Points:**</a:t>
            </a:r>
            <a:br/>
            <a:r>
              <a:t>	+ Benefits:</a:t>
            </a:r>
            <a:br/>
            <a:r>
              <a:t>		- Faster testing cycles</a:t>
            </a:r>
            <a:br/>
            <a:r>
              <a:t>		- Reduced complexity</a:t>
            </a:r>
            <a:br/>
            <a:r>
              <a:t>		- Improved focus on critical features</a:t>
            </a:r>
            <a:br/>
            <a:r>
              <a:t>	+ Challenges:</a:t>
            </a:r>
            <a:br/>
            <a:r>
              <a:t>		- Increased risk of overlooking important functionality</a:t>
            </a:r>
            <a:br/>
            <a:r>
              <a:t>		- Potential for over-reliance on minimal tests</a:t>
            </a:r>
            <a:br/>
            <a:r>
              <a:t>		- Difficulty in prioritizing test cases</a:t>
            </a:r>
            <a:br/>
            <a:br/>
            <a:r>
              <a:t>**Slide 3: Recommendations and Next Steps**</a:t>
            </a:r>
            <a:br/>
            <a:br/>
            <a:r>
              <a:t>* **Slide Title:** Putting Minimal Theme Test into Practice</a:t>
            </a:r>
            <a:br/>
            <a:r>
              <a:t>* **Key Points:**</a:t>
            </a:r>
            <a:br/>
            <a:r>
              <a:t>	+ Best Practices:</a:t>
            </a:r>
            <a:br/>
            <a:r>
              <a:t>		- Start with a clear understanding of the application's critical features</a:t>
            </a:r>
            <a:br/>
            <a:r>
              <a:t>		- Prioritize tests based on business value and risk</a:t>
            </a:r>
            <a:br/>
            <a:r>
              <a:t>		- Use automation to increase testing efficiency</a:t>
            </a:r>
            <a:br/>
            <a:r>
              <a:t>	+ Next Steps:</a:t>
            </a:r>
            <a:br/>
            <a:r>
              <a:t>		- Consider using Minimal Theme Test for your next project or feature development</a:t>
            </a:r>
            <a:br/>
            <a:r>
              <a:t>		- Experiment with different testing frameworks and tools</a:t>
            </a:r>
            <a:br/>
            <a:br/>
            <a:r>
              <a:t>I hope this helps! Let me know if you have any further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1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B82F6"/>
                </a:solidFill>
              </a:defRPr>
            </a:pPr>
            <a:r>
              <a:t>✓ Slide 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B82F6"/>
                </a:solidFill>
              </a:defRPr>
            </a:pPr>
            <a:r>
              <a:t>✓ Slide 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B82F6"/>
                </a:solidFill>
              </a:defRPr>
            </a:pPr>
            <a:r>
              <a:t>✓ 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