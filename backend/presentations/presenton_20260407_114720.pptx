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Conclusion Index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Fuzzy sets are a val</c:v>
                </c:pt>
                <c:pt idx="1">
                  <c:v>They have many pract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Introduction to Fuzzy 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What are Fuzzy Sets?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In classical set theory, sets are defined by well-defined boundaries and membership criteria. However, in real-world applications, objects often don't fit neatly into binary categories. Fuzzy sets were introduced as a way to handle these uncertain and ambiguous situations.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Fuzzy sets are mathematical sets with degrees of membership rather than binary membership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They allow for gradual transitions between categories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Fuzzy sets can be used to model real-world phenomena, such as language processing and decision-making under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Key Features of Fuzzy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Fuzzy sets have several key features that distinguish them from classical sets. These include: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Membership grades: Fuzzy sets assign a membership grade to each element, indicating the degree to which it belongs to the set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Partial memberships: Elements can have partial membership in multiple fuzzy sets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Gradual transitions: The transition between categories is gradual rather than abrupt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Fuzzy Set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Fuzzy sets support various operations, including union, intersection, and complement. These operations are used to manipulate fuzzy sets and make decisions based on their membership grades.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Union: Combines the memberships of two or more fuzzy sets into a new fuzzy set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Intersection: Finds the commonality between two or more fuzzy sets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Complement: Computes the opposite of a fuzzy set</a:t>
            </a:r>
          </a:p>
        </p:txBody>
      </p:sp>
      <p:pic>
        <p:nvPicPr>
          <p:cNvPr id="5" name="Picture 4" descr="picsum_slide_3_seed_8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Applications of Fuzzy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Fuzzy sets have many practical applications in various fields, including: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Control systems: Fuzzy sets can be used to control complex systems and make decisions under uncertainty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Image processing: Fuzzy sets can be applied to image segmentation and object recognition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Natural language processing: Fuzzy sets can be used for text classification and sentiment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Advantages of Fuzzy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Fuzzy sets offer several advantages over classical sets, including: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Handling uncertainty: Fuzzy sets can handle uncertain and ambiguous situations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Modeling complex phenomena: Fuzzy sets can be used to model real-world phenomena that don't fit neatly into binary categories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Improved decision-making: Fuzzy sets can provide more accurate predictions and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of Fuzzy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While fuzzy sets offer many advantages, they also present some challenges, including: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Interpretability: It can be difficult to interpret the membership grades and fuzzy set operations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Computational complexity: Fuzzy set operations can be computationally intensive</a:t>
            </a:r>
          </a:p>
        </p:txBody>
      </p:sp>
      <p:pic>
        <p:nvPicPr>
          <p:cNvPr id="5" name="Picture 4" descr="picsum_slide_6_seed_3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Comparison with Classical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Fuzzy sets are often compared to classical sets, which have well-defined boundaries and membership criteria. Here's a comparison: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Classical sets: Well-defined boundaries and binary membership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Fuzzy sets: Gradual transitions and degrees of membership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 - Conclusion Index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What are Fuzzy Sets?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Advantages of Fuzzy 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are Fuzzy Sets?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Features of Fuzzy Sets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Fuzzy Set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Applications of Fuzzy Sets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Advantages of Fuzzy 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