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PDF-based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csum_slide_2_seed_4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CVfAqFRYj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