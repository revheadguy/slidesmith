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Conclusion Index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Conclusion</c:v>
                </c:pt>
                <c:pt idx="1">
                  <c:v>Harvard's unique</c:v>
                </c:pt>
                <c:pt idx="2">
                  <c:v>Unparalleled</c:v>
                </c:pt>
                <c:pt idx="3">
                  <c:v>Something</c:v>
                </c:pt>
                <c:pt idx="4">
                  <c:v>Pathways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33</c:v>
                </c:pt>
                <c:pt idx="2">
                  <c:v>47</c:v>
                </c:pt>
                <c:pt idx="3">
                  <c:v>74</c:v>
                </c:pt>
                <c:pt idx="4">
                  <c:v>83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Harvard University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Welcome to our presentation on Harvard University! As one of the most prestigious institutions in the world, Harvard is a symbol of academic excellence and innovation. Founded in 1636, Harvard has been a beacon for intellectual curiosity and growth for over three centuries. With its rich history, diverse student body, and unparalleled faculty, Harvard is an institution like no other.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Comprehensive introduction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Established in 1636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Symbol of academic excellence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Rich history and heritage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Paradigm for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Campus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Harvard's campus is a vibrant hub of activity, with over 20 schools and institutes offering courses in a wide range of fields. From the John F. Kennedy School of Government to the Harvard-MIT Division of Health Sciences and Technology, there is something for every student. With state-of-the-art facilities, world-class faculty, and a strong sense of community, Harvard provides students with an unparalleled educational experience.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Campus life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Over 20 schools and institutes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Wide range of fields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State-of-the-art facilities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Strong sense of community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Academic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Harvard offers a wide range of academic programs at the undergraduate and graduate levels. From liberal arts to professional degrees, Harvard's faculty provide students with a comprehensive education that prepares them for success in their chosen fields. With over 1,000 courses offered each year, there is something for every student.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Academic programs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Undergraduate and graduate levels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Comprehensive education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Over 1,000 courses offered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Preparation for success</a:t>
            </a:r>
          </a:p>
        </p:txBody>
      </p:sp>
      <p:pic>
        <p:nvPicPr>
          <p:cNvPr id="5" name="Picture 4" descr="unsplash_aZXqoQDO21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Research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Harvard is a world leader in research and innovation, with a strong focus on interdisciplinary collaboration. From the Harvard-MIT Division of Health Sciences and Technology to the Wyss Institute for Biologically Inspired Engineering, there are countless opportunities for students to get involved in cutting-edge research.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Research opportunities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Interdisciplinary collaboration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Cutting-edge research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Harvard-MIT Division of Health Sciences and Technology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Wyss Institute for Biologically Inspired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Student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Beyond the classroom, Harvard's student body is a vibrant community of scholars and leaders. With over 300 student organizations and clubs, there are countless opportunities for students to get involved in extracurricular activities that match their interests.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Student life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Vibrant community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Over 300 student organizations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Extracurricular activities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Countless opportunities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History and Heritage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Harvard has a rich history that spans over three centuries. From the colonial era to the present day, Harvard has been a beacon for intellectual curiosity and growth. With its historic buildings and iconic landmarks like Memorial Church, Harvard's campus is steeped in tradition and heritage.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History and heritage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Over three centuries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Colonial era to present day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Historic buildings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Iconic landmarks</a:t>
            </a:r>
          </a:p>
        </p:txBody>
      </p:sp>
      <p:pic>
        <p:nvPicPr>
          <p:cNvPr id="5" name="Picture 4" descr="unsplash_aZXqoQDO21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Alumni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Harvard's alumni network is a powerful tool for connecting with accomplished professionals from around the world. With over 300,000 living alumni, Harvard graduates have access to a vast network of contacts and resources that can help them achieve their goals.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Alumni network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Powerful tool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Over 300,000 living alumni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Access to resources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Helping students achieve their 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Conclusion - Conclusion Index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Student Life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Campus Life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Academic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Research Opportunities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Student Life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