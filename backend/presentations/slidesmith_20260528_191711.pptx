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University of Southern California: A Prestigious Institution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USC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1234440"/>
            <a:ext cx="256032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12344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344168"/>
            <a:ext cx="2377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1880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9456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>
                <a:solidFill>
                  <a:srgbClr val="64748B"/>
                </a:solidFill>
              </a:defRPr>
            </a:pPr>
            <a:r>
              <a:t>Founded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34440"/>
            <a:ext cx="256032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2344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344168"/>
            <a:ext cx="2377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19456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>
                <a:solidFill>
                  <a:srgbClr val="64748B"/>
                </a:solidFill>
              </a:defRPr>
            </a:pPr>
            <a:r>
              <a:t>Over ,000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7680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The University of Southern California (USC) is a private research university located in Los Angeles. Founded in 1880, it has evolved into one of the most prestigious institutions in the world.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34340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Private research university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50749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292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Location: Los Angeles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80644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Premier institution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Southern California: A Prestigious 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Academic Programs at USC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USC offers a wide range of academic programs across its various schools and colleges. The university is renowned for its strong programs in business, engineering, film, and journalism.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09981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04495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Undergraduate majors: 300+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83133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77647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Graduate programs: 100+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56285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50799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Strong programs in business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29437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23951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Engineering, film, journalism</a:t>
            </a:r>
          </a:p>
        </p:txBody>
      </p:sp>
      <p:pic>
        <p:nvPicPr>
          <p:cNvPr id="13" name="Picture 12" descr="unsplash_75Xw-G35x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Southern California: A Prestigious 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Research at USC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USC is a research powerhouse with a strong focus on interdisciplinary collaboration. The university has made significant breakthroughs in fields such as medicine, biotechnology, and environmental science.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974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Interdisciplinary research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447287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Breakthroughs in medicine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1970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5137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Biotechnology, environmental science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9469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0118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Research awards and recognition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Southern California: A Prestigious Institution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Campus Life at USC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234440"/>
            <a:ext cx="256032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344168"/>
            <a:ext cx="2377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9456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>
                <a:solidFill>
                  <a:srgbClr val="64748B"/>
                </a:solidFill>
              </a:defRPr>
            </a:pPr>
            <a:r>
              <a:t>Over  student organizations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USC has a vibrant campus life with over 300 student organizations. Students can engage in cultural, recreational, and community service activities.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06908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Cultural, recreational, community 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80060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Support services: academic advising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55321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486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Mental health counseling, career guidance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Southern California: A Prestigious Institution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Global Reach of USC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USC has a significant global presence with students and faculty from over 100 countries. The university has partnerships with top institutions worldwide, facilitating international research collaborations and study abroad programs.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39242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33756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Global presence: 100+ countries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412394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06908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Partnerships with top institutions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5546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80060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International research collaborations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586983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53212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Study abroad programs</a:t>
            </a:r>
          </a:p>
        </p:txBody>
      </p:sp>
      <p:pic>
        <p:nvPicPr>
          <p:cNvPr id="13" name="Picture 12" descr="unsplash_TrhLCn1abM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Southern California: A Prestigious 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 We</a:t>
            </a:r>
            <a:br/>
            <a:r>
              <a:t>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World-class institution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Key</a:t>
            </a:r>
            <a:br/>
            <a: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Unparalleled educational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What's</a:t>
            </a:r>
            <a:br/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Strong academic programs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Cutting-edge research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Vibrant campus life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Thank you for your attention | Questions?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Introduction to USC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Private research university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Founded in 1880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Location: Los Angeles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Academic Programs at USC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Undergraduate majors: 300+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Graduate programs: 100+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Strong programs in business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Research at USC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Interdisciplinary research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Breakthroughs in medicine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Biotechnology, environmental science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896112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097280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29387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16151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Introduction to USC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984248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38528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180844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Academic Programs at USC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871215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825496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" y="3067812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0088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Research at USC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58184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12464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5568" y="39547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Campus Life at USC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645151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599431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568" y="484174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3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Global Reach of USC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