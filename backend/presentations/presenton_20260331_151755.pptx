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59E0B"/>
                </a:solidFill>
              </a:defRPr>
            </a:pPr>
            <a:r>
              <a:t>Generated Presentation for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Slide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Here is a 5-slide presentation outline on Machine Learning in the requested JSON structure:</a:t>
            </a:r>
            <a:br/>
            <a:br/>
            <a:r>
              <a:t>{</a:t>
            </a:r>
            <a:br/>
            <a:r>
              <a:t>"title": "Machine Learning: Revolutionizing Data Analysis",</a:t>
            </a:r>
            <a:br/>
            <a:r>
              <a:t>"slides": [</a:t>
            </a:r>
            <a:br/>
            <a:r>
              <a:t>{</a:t>
            </a:r>
            <a:br/>
            <a:r>
              <a:t>"slide_number": 1,</a:t>
            </a:r>
            <a:br/>
            <a:r>
              <a:t>"title": "What is Machine Learning?",</a:t>
            </a:r>
            <a:br/>
            <a:r>
              <a:t>"key_points": ["Definition: Automated learning process that enables machines to learn from data without being explicitly programmed", "Types of ML: Supervised, Unsupervised, and Reinforcement Learning"]</a:t>
            </a:r>
            <a:br/>
            <a:r>
              <a:t>},</a:t>
            </a:r>
            <a:br/>
            <a:r>
              <a:t>{</a:t>
            </a:r>
            <a:br/>
            <a:r>
              <a:t>"slide_number": 2,</a:t>
            </a:r>
            <a:br/>
            <a:r>
              <a:t>"title": "Key Concepts in Machine Learning",</a:t>
            </a:r>
            <a:br/>
            <a:r>
              <a:t>"key_points": ["Training Data", "Model Evaluation Metrics (Accuracy, Precision, Recall)", "Overfitting vs. Underfitting", "Hyperparameter Tuning"]</a:t>
            </a:r>
            <a:br/>
            <a:r>
              <a:t>},</a:t>
            </a:r>
            <a:br/>
            <a:r>
              <a:t>{</a:t>
            </a:r>
            <a:br/>
            <a:r>
              <a:t>"slide_number": 3,</a:t>
            </a:r>
            <a:br/>
            <a:r>
              <a:t>"title": "Applications of Machine Learning",</a:t>
            </a:r>
            <a:br/>
            <a:r>
              <a:t>"key_points": ["Predictive Analytics: Customer Segmentation, Sentiment Analysis", "Natural Language Processing: Text Classification, Named Entity Recognition", "Computer Vision: Object Detection, Image Classification"]</a:t>
            </a:r>
            <a:br/>
            <a:r>
              <a:t>},</a:t>
            </a:r>
            <a:br/>
            <a:r>
              <a:t>{</a:t>
            </a:r>
            <a:br/>
            <a:r>
              <a:t>"slide_number": 4,</a:t>
            </a:r>
            <a:br/>
            <a:r>
              <a:t>"title": "Challenges and Limitations in Machine Learning",</a:t>
            </a:r>
            <a:br/>
            <a:r>
              <a:t>"key_points": ["Data Quality and Bias", "Interpretability and Explainability", "Model Maintenance and Updates", "Ethical Considerations"]</a:t>
            </a:r>
            <a:br/>
            <a:r>
              <a:t>},</a:t>
            </a:r>
            <a:br/>
            <a:r>
              <a:t>{</a:t>
            </a:r>
            <a:br/>
            <a:r>
              <a:t>"slide_number": 5,</a:t>
            </a:r>
            <a:br/>
            <a:r>
              <a:t>"title": "Future Directions and Opportunities in Machine Learning",</a:t>
            </a:r>
            <a:br/>
            <a:r>
              <a:t>"key_points": ["Exploration of New Domains: Robotics, Healthcare, Finance", "Advancements in Explainability and Transparency", "Increased Focus on Ethics and Governance"]</a:t>
            </a:r>
            <a:br/>
            <a:r>
              <a:t>}</a:t>
            </a:r>
            <a:br/>
            <a:r>
              <a:t>],</a:t>
            </a:r>
            <a:br/>
            <a:r>
              <a:t>"summary": "Machine learning is a rapidly growing field that has the potential to transform various industries. This presentation provides an overview of key concepts, applications, challenges, and future directions in machine learning."</a:t>
            </a:r>
            <a:br/>
            <a:r>
              <a:t>}</a:t>
            </a:r>
            <a:br/>
            <a:br/>
            <a:r>
              <a:t>I hope this meets your requirements!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Slide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Here is a 5-slide presentation outline on Machine Learning in the requested JSON structure:</a:t>
            </a:r>
            <a:br/>
            <a:br/>
            <a:r>
              <a:t>{</a:t>
            </a:r>
            <a:br/>
            <a:r>
              <a:t>"title": "Machine Learning: Revolutionizing Data Analysis",</a:t>
            </a:r>
            <a:br/>
            <a:r>
              <a:t>"slides": [</a:t>
            </a:r>
            <a:br/>
            <a:r>
              <a:t>{</a:t>
            </a:r>
            <a:br/>
            <a:r>
              <a:t>"slide_number": 1,</a:t>
            </a:r>
            <a:br/>
            <a:r>
              <a:t>"title": "What is Machine Learning?",</a:t>
            </a:r>
            <a:br/>
            <a:r>
              <a:t>"key_points": ["Definition: Automated learning process that enables machines to learn from data without being explicitly programmed", "Types of ML: Supervised, Unsupervised, and Reinforcement Learning"]</a:t>
            </a:r>
            <a:br/>
            <a:r>
              <a:t>},</a:t>
            </a:r>
            <a:br/>
            <a:r>
              <a:t>{</a:t>
            </a:r>
            <a:br/>
            <a:r>
              <a:t>"slide_number": 2,</a:t>
            </a:r>
            <a:br/>
            <a:r>
              <a:t>"title": "Key Concepts in Machine Learning",</a:t>
            </a:r>
            <a:br/>
            <a:r>
              <a:t>"key_points": ["Training Data", "Model Evaluation Metrics (Accuracy, Precision, Recall)", "Overfitting vs. Underfitting", "Hyperparameter Tuning"]</a:t>
            </a:r>
            <a:br/>
            <a:r>
              <a:t>},</a:t>
            </a:r>
            <a:br/>
            <a:r>
              <a:t>{</a:t>
            </a:r>
            <a:br/>
            <a:r>
              <a:t>"slide_number": 3,</a:t>
            </a:r>
            <a:br/>
            <a:r>
              <a:t>"title": "Applications of Machine Learning",</a:t>
            </a:r>
            <a:br/>
            <a:r>
              <a:t>"key_points": ["Predictive Analytics: Customer Segmentation, Sentiment Analysis", "Natural Language Processing: Text Classification, Named Entity Recognition", "Computer Vision: Object Detection, Image Classification"]</a:t>
            </a:r>
            <a:br/>
            <a:r>
              <a:t>},</a:t>
            </a:r>
            <a:br/>
            <a:r>
              <a:t>{</a:t>
            </a:r>
            <a:br/>
            <a:r>
              <a:t>"slide_number": 4,</a:t>
            </a:r>
            <a:br/>
            <a:r>
              <a:t>"title": "Challenges and Limitations in Machine Learning",</a:t>
            </a:r>
            <a:br/>
            <a:r>
              <a:t>"key_points": ["Data Quality and Bias", "Interpretability and Explainability", "Model Maintenance and Updates", "Ethical Considerations"]</a:t>
            </a:r>
            <a:br/>
            <a:r>
              <a:t>},</a:t>
            </a:r>
            <a:br/>
            <a:r>
              <a:t>{</a:t>
            </a:r>
            <a:br/>
            <a:r>
              <a:t>"slide_number": 5,</a:t>
            </a:r>
            <a:br/>
            <a:r>
              <a:t>"title": "Future Directions and Opportunities in Machine Learning",</a:t>
            </a:r>
            <a:br/>
            <a:r>
              <a:t>"key_points": ["Exploration of New Domains: Robotics, Healthcare, Finance", "Advancements in Explainability and Transparency", "Increased Focus on Ethics and Governance"]</a:t>
            </a:r>
            <a:br/>
            <a:r>
              <a:t>}</a:t>
            </a:r>
            <a:br/>
            <a:r>
              <a:t>],</a:t>
            </a:r>
            <a:br/>
            <a:r>
              <a:t>"summary": "Machine learning is a rapidly growing field that has the potential to transform various industries. This presentation provides an overview of key concepts, applications, challenges, and future directions in machine learning."</a:t>
            </a:r>
            <a:br/>
            <a:r>
              <a:t>}</a:t>
            </a:r>
            <a:br/>
            <a:br/>
            <a:r>
              <a:t>I hope this meets your requirements!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Slide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Here is a 5-slide presentation outline on Machine Learning in the requested JSON structure:</a:t>
            </a:r>
            <a:br/>
            <a:br/>
            <a:r>
              <a:t>{</a:t>
            </a:r>
            <a:br/>
            <a:r>
              <a:t>"title": "Machine Learning: Revolutionizing Data Analysis",</a:t>
            </a:r>
            <a:br/>
            <a:r>
              <a:t>"slides": [</a:t>
            </a:r>
            <a:br/>
            <a:r>
              <a:t>{</a:t>
            </a:r>
            <a:br/>
            <a:r>
              <a:t>"slide_number": 1,</a:t>
            </a:r>
            <a:br/>
            <a:r>
              <a:t>"title": "What is Machine Learning?",</a:t>
            </a:r>
            <a:br/>
            <a:r>
              <a:t>"key_points": ["Definition: Automated learning process that enables machines to learn from data without being explicitly programmed", "Types of ML: Supervised, Unsupervised, and Reinforcement Learning"]</a:t>
            </a:r>
            <a:br/>
            <a:r>
              <a:t>},</a:t>
            </a:r>
            <a:br/>
            <a:r>
              <a:t>{</a:t>
            </a:r>
            <a:br/>
            <a:r>
              <a:t>"slide_number": 2,</a:t>
            </a:r>
            <a:br/>
            <a:r>
              <a:t>"title": "Key Concepts in Machine Learning",</a:t>
            </a:r>
            <a:br/>
            <a:r>
              <a:t>"key_points": ["Training Data", "Model Evaluation Metrics (Accuracy, Precision, Recall)", "Overfitting vs. Underfitting", "Hyperparameter Tuning"]</a:t>
            </a:r>
            <a:br/>
            <a:r>
              <a:t>},</a:t>
            </a:r>
            <a:br/>
            <a:r>
              <a:t>{</a:t>
            </a:r>
            <a:br/>
            <a:r>
              <a:t>"slide_number": 3,</a:t>
            </a:r>
            <a:br/>
            <a:r>
              <a:t>"title": "Applications of Machine Learning",</a:t>
            </a:r>
            <a:br/>
            <a:r>
              <a:t>"key_points": ["Predictive Analytics: Customer Segmentation, Sentiment Analysis", "Natural Language Processing: Text Classification, Named Entity Recognition", "Computer Vision: Object Detection, Image Classification"]</a:t>
            </a:r>
            <a:br/>
            <a:r>
              <a:t>},</a:t>
            </a:r>
            <a:br/>
            <a:r>
              <a:t>{</a:t>
            </a:r>
            <a:br/>
            <a:r>
              <a:t>"slide_number": 4,</a:t>
            </a:r>
            <a:br/>
            <a:r>
              <a:t>"title": "Challenges and Limitations in Machine Learning",</a:t>
            </a:r>
            <a:br/>
            <a:r>
              <a:t>"key_points": ["Data Quality and Bias", "Interpretability and Explainability", "Model Maintenance and Updates", "Ethical Considerations"]</a:t>
            </a:r>
            <a:br/>
            <a:r>
              <a:t>},</a:t>
            </a:r>
            <a:br/>
            <a:r>
              <a:t>{</a:t>
            </a:r>
            <a:br/>
            <a:r>
              <a:t>"slide_number": 5,</a:t>
            </a:r>
            <a:br/>
            <a:r>
              <a:t>"title": "Future Directions and Opportunities in Machine Learning",</a:t>
            </a:r>
            <a:br/>
            <a:r>
              <a:t>"key_points": ["Exploration of New Domains: Robotics, Healthcare, Finance", "Advancements in Explainability and Transparency", "Increased Focus on Ethics and Governance"]</a:t>
            </a:r>
            <a:br/>
            <a:r>
              <a:t>}</a:t>
            </a:r>
            <a:br/>
            <a:r>
              <a:t>],</a:t>
            </a:r>
            <a:br/>
            <a:r>
              <a:t>"summary": "Machine learning is a rapidly growing field that has the potential to transform various industries. This presentation provides an overview of key concepts, applications, challenges, and future directions in machine learning."</a:t>
            </a:r>
            <a:br/>
            <a:r>
              <a:t>}</a:t>
            </a:r>
            <a:br/>
            <a:br/>
            <a:r>
              <a:t>I hope this meets your requirements!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Slide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Here is a 5-slide presentation outline on Machine Learning in the requested JSON structure:</a:t>
            </a:r>
            <a:br/>
            <a:br/>
            <a:r>
              <a:t>{</a:t>
            </a:r>
            <a:br/>
            <a:r>
              <a:t>"title": "Machine Learning: Revolutionizing Data Analysis",</a:t>
            </a:r>
            <a:br/>
            <a:r>
              <a:t>"slides": [</a:t>
            </a:r>
            <a:br/>
            <a:r>
              <a:t>{</a:t>
            </a:r>
            <a:br/>
            <a:r>
              <a:t>"slide_number": 1,</a:t>
            </a:r>
            <a:br/>
            <a:r>
              <a:t>"title": "What is Machine Learning?",</a:t>
            </a:r>
            <a:br/>
            <a:r>
              <a:t>"key_points": ["Definition: Automated learning process that enables machines to learn from data without being explicitly programmed", "Types of ML: Supervised, Unsupervised, and Reinforcement Learning"]</a:t>
            </a:r>
            <a:br/>
            <a:r>
              <a:t>},</a:t>
            </a:r>
            <a:br/>
            <a:r>
              <a:t>{</a:t>
            </a:r>
            <a:br/>
            <a:r>
              <a:t>"slide_number": 2,</a:t>
            </a:r>
            <a:br/>
            <a:r>
              <a:t>"title": "Key Concepts in Machine Learning",</a:t>
            </a:r>
            <a:br/>
            <a:r>
              <a:t>"key_points": ["Training Data", "Model Evaluation Metrics (Accuracy, Precision, Recall)", "Overfitting vs. Underfitting", "Hyperparameter Tuning"]</a:t>
            </a:r>
            <a:br/>
            <a:r>
              <a:t>},</a:t>
            </a:r>
            <a:br/>
            <a:r>
              <a:t>{</a:t>
            </a:r>
            <a:br/>
            <a:r>
              <a:t>"slide_number": 3,</a:t>
            </a:r>
            <a:br/>
            <a:r>
              <a:t>"title": "Applications of Machine Learning",</a:t>
            </a:r>
            <a:br/>
            <a:r>
              <a:t>"key_points": ["Predictive Analytics: Customer Segmentation, Sentiment Analysis", "Natural Language Processing: Text Classification, Named Entity Recognition", "Computer Vision: Object Detection, Image Classification"]</a:t>
            </a:r>
            <a:br/>
            <a:r>
              <a:t>},</a:t>
            </a:r>
            <a:br/>
            <a:r>
              <a:t>{</a:t>
            </a:r>
            <a:br/>
            <a:r>
              <a:t>"slide_number": 4,</a:t>
            </a:r>
            <a:br/>
            <a:r>
              <a:t>"title": "Challenges and Limitations in Machine Learning",</a:t>
            </a:r>
            <a:br/>
            <a:r>
              <a:t>"key_points": ["Data Quality and Bias", "Interpretability and Explainability", "Model Maintenance and Updates", "Ethical Considerations"]</a:t>
            </a:r>
            <a:br/>
            <a:r>
              <a:t>},</a:t>
            </a:r>
            <a:br/>
            <a:r>
              <a:t>{</a:t>
            </a:r>
            <a:br/>
            <a:r>
              <a:t>"slide_number": 5,</a:t>
            </a:r>
            <a:br/>
            <a:r>
              <a:t>"title": "Future Directions and Opportunities in Machine Learning",</a:t>
            </a:r>
            <a:br/>
            <a:r>
              <a:t>"key_points": ["Exploration of New Domains: Robotics, Healthcare, Finance", "Advancements in Explainability and Transparency", "Increased Focus on Ethics and Governance"]</a:t>
            </a:r>
            <a:br/>
            <a:r>
              <a:t>}</a:t>
            </a:r>
            <a:br/>
            <a:r>
              <a:t>],</a:t>
            </a:r>
            <a:br/>
            <a:r>
              <a:t>"summary": "Machine learning is a rapidly growing field that has the potential to transform various industries. This presentation provides an overview of key concepts, applications, challenges, and future directions in machine learning."</a:t>
            </a:r>
            <a:br/>
            <a:r>
              <a:t>}</a:t>
            </a:r>
            <a:br/>
            <a:br/>
            <a:r>
              <a:t>I hope this meets your requirements!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Slide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F172A"/>
                </a:solidFill>
              </a:defRPr>
            </a:pPr>
            <a:r>
              <a:t>• Here is a 5-slide presentation outline on Machine Learning in the requested JSON structure:</a:t>
            </a:r>
            <a:br/>
            <a:br/>
            <a:r>
              <a:t>{</a:t>
            </a:r>
            <a:br/>
            <a:r>
              <a:t>"title": "Machine Learning: Revolutionizing Data Analysis",</a:t>
            </a:r>
            <a:br/>
            <a:r>
              <a:t>"slides": [</a:t>
            </a:r>
            <a:br/>
            <a:r>
              <a:t>{</a:t>
            </a:r>
            <a:br/>
            <a:r>
              <a:t>"slide_number": 1,</a:t>
            </a:r>
            <a:br/>
            <a:r>
              <a:t>"title": "What is Machine Learning?",</a:t>
            </a:r>
            <a:br/>
            <a:r>
              <a:t>"key_points": ["Definition: Automated learning process that enables machines to learn from data without being explicitly programmed", "Types of ML: Supervised, Unsupervised, and Reinforcement Learning"]</a:t>
            </a:r>
            <a:br/>
            <a:r>
              <a:t>},</a:t>
            </a:r>
            <a:br/>
            <a:r>
              <a:t>{</a:t>
            </a:r>
            <a:br/>
            <a:r>
              <a:t>"slide_number": 2,</a:t>
            </a:r>
            <a:br/>
            <a:r>
              <a:t>"title": "Key Concepts in Machine Learning",</a:t>
            </a:r>
            <a:br/>
            <a:r>
              <a:t>"key_points": ["Training Data", "Model Evaluation Metrics (Accuracy, Precision, Recall)", "Overfitting vs. Underfitting", "Hyperparameter Tuning"]</a:t>
            </a:r>
            <a:br/>
            <a:r>
              <a:t>},</a:t>
            </a:r>
            <a:br/>
            <a:r>
              <a:t>{</a:t>
            </a:r>
            <a:br/>
            <a:r>
              <a:t>"slide_number": 3,</a:t>
            </a:r>
            <a:br/>
            <a:r>
              <a:t>"title": "Applications of Machine Learning",</a:t>
            </a:r>
            <a:br/>
            <a:r>
              <a:t>"key_points": ["Predictive Analytics: Customer Segmentation, Sentiment Analysis", "Natural Language Processing: Text Classification, Named Entity Recognition", "Computer Vision: Object Detection, Image Classification"]</a:t>
            </a:r>
            <a:br/>
            <a:r>
              <a:t>},</a:t>
            </a:r>
            <a:br/>
            <a:r>
              <a:t>{</a:t>
            </a:r>
            <a:br/>
            <a:r>
              <a:t>"slide_number": 4,</a:t>
            </a:r>
            <a:br/>
            <a:r>
              <a:t>"title": "Challenges and Limitations in Machine Learning",</a:t>
            </a:r>
            <a:br/>
            <a:r>
              <a:t>"key_points": ["Data Quality and Bias", "Interpretability and Explainability", "Model Maintenance and Updates", "Ethical Considerations"]</a:t>
            </a:r>
            <a:br/>
            <a:r>
              <a:t>},</a:t>
            </a:r>
            <a:br/>
            <a:r>
              <a:t>{</a:t>
            </a:r>
            <a:br/>
            <a:r>
              <a:t>"slide_number": 5,</a:t>
            </a:r>
            <a:br/>
            <a:r>
              <a:t>"title": "Future Directions and Opportunities in Machine Learning",</a:t>
            </a:r>
            <a:br/>
            <a:r>
              <a:t>"key_points": ["Exploration of New Domains: Robotics, Healthcare, Finance", "Advancements in Explainability and Transparency", "Increased Focus on Ethics and Governance"]</a:t>
            </a:r>
            <a:br/>
            <a:r>
              <a:t>}</a:t>
            </a:r>
            <a:br/>
            <a:r>
              <a:t>],</a:t>
            </a:r>
            <a:br/>
            <a:r>
              <a:t>"summary": "Machine learning is a rapidly growing field that has the potential to transform various industries. This presentation provides an overview of key concepts, applications, challenges, and future directions in machine learning."</a:t>
            </a:r>
            <a:br/>
            <a:r>
              <a:t>}</a:t>
            </a:r>
            <a:br/>
            <a:br/>
            <a:r>
              <a:t>I hope this meets your requirements!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Slide 1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Slide 2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Slide 3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Slide 4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Slide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