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McKinsey Forward Learner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What is McKinsey Forward?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An innovative program for personal and professional growth.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Develop skills in AI, data science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Enhance business acumen and leadership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Explore new industries and trends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Network with peers and experts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Unlock new career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WrorVInqs9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Program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Three-month program with online courses and mentorship.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Benefits of McKinsey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Gain expertise in AI and business strategy.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Enhance career prospects and opportunities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Develop valuable skills in AI and data science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Broaden professional network and connections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Access to exclusive resources and tools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Improve leadership and problem-solving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Professionals seeking to upskill or reskill.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Early-career professionals looking for growth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Mid-career professionals seeking new challenges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Entrepreneurs and intrapreneurs interested in AI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Business leaders and executives wanting to stay ahead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Students and recent graduates with a passion for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8VTvtf04jx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How McKinsey Forward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Apply online, complete modules, and engage with mentors.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Why Choose McKinsey Forward?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Unlock new career opportunities and stay ahead.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Gain industry-leading knowledge and expertise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Develop valuable skills in AI and data science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Network with peers and experts worldwide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Stay ahead of the curve in a rapidly changing world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Enhance your professional reputation and brand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What is McKinsey Forward?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Develop skills in AI, data science</a:t>
            </a:r>
            <a:br/>
            <a:r>
              <a:t>Enhance business acumen and leadership</a:t>
            </a:r>
            <a:br/>
            <a:r>
              <a:t>Explore new industries and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Program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Online modules on AI and data science</a:t>
            </a:r>
            <a:br/>
            <a:r>
              <a:t>One-on-one mentoring sessions</a:t>
            </a:r>
            <a:br/>
            <a:r>
              <a:t>Peer-to-peer learning and networking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Benefits of McKinsey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Enhance career prospects and opportunities</a:t>
            </a:r>
            <a:br/>
            <a:r>
              <a:t>Develop valuable skills in AI and data science</a:t>
            </a:r>
            <a:br/>
            <a:r>
              <a:t>Broaden professional network and connections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What is McKinsey Forward?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Program 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Benefits of McKinsey Forward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Target Audience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How McKinsey Forward 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