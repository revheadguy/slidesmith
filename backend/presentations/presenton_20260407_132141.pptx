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Introduction to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subset of artificial intelligence that involves training algorithms to make predictions or take actions based on data. It's a self-improving process where the algorithm becomes better over time as it learns from new data. In this presentation, we'll explore the basics of machine learning and its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Machine Learning</a:t>
            </a:r>
          </a:p>
          <a:p>
            <a:pPr>
              <a:lnSpc>
                <a:spcPct val="120000"/>
              </a:lnSpc>
              <a:spcBef>
                <a:spcPts val="300"/>
              </a:spcBef>
              <a:spcAft>
                <a:spcPts val="300"/>
              </a:spcAft>
              <a:defRPr sz="1600">
                <a:solidFill>
                  <a:srgbClr val="0F172A"/>
                </a:solidFill>
              </a:defRPr>
            </a:pPr>
            <a:r>
              <a:t>• Types of Machine Learning</a:t>
            </a:r>
          </a:p>
          <a:p>
            <a:pPr>
              <a:lnSpc>
                <a:spcPct val="120000"/>
              </a:lnSpc>
              <a:spcBef>
                <a:spcPts val="300"/>
              </a:spcBef>
              <a:spcAft>
                <a:spcPts val="300"/>
              </a:spcAft>
              <a:defRPr sz="1600">
                <a:solidFill>
                  <a:srgbClr val="0F172A"/>
                </a:solidFill>
              </a:defRPr>
            </a:pPr>
            <a:r>
              <a:t>• Applications of Machine Learning</a:t>
            </a:r>
          </a:p>
          <a:p>
            <a:pPr>
              <a:lnSpc>
                <a:spcPct val="120000"/>
              </a:lnSpc>
              <a:spcBef>
                <a:spcPts val="300"/>
              </a:spcBef>
              <a:spcAft>
                <a:spcPts val="300"/>
              </a:spcAft>
              <a:defRPr sz="1600">
                <a:solidFill>
                  <a:srgbClr val="0F172A"/>
                </a:solidFill>
              </a:defRPr>
            </a:pPr>
            <a:r>
              <a:t>• Limitations of Machine Learning</a:t>
            </a:r>
          </a:p>
          <a:p>
            <a:pPr>
              <a:lnSpc>
                <a:spcPct val="120000"/>
              </a:lnSpc>
              <a:spcBef>
                <a:spcPts val="300"/>
              </a:spcBef>
              <a:spcAft>
                <a:spcPts val="300"/>
              </a:spcAft>
              <a:defRPr sz="1600">
                <a:solidFill>
                  <a:srgbClr val="0F172A"/>
                </a:solidFill>
              </a:defRPr>
            </a:pPr>
            <a:r>
              <a:t>• Future of Machine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Machine Learning Basics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Machine learning algorithms are trained on datasets to learn patterns and relationships. The algorithm is then tested on a new dataset to evaluate its performance. There are three primary types of machine learning: supervised, unsupervised, and reinforcement learning. We'll dive deeper into each type in the next few slides.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Supervised Learning</a:t>
            </a:r>
          </a:p>
          <a:p>
            <a:pPr>
              <a:lnSpc>
                <a:spcPct val="115000"/>
              </a:lnSpc>
              <a:spcBef>
                <a:spcPts val="200"/>
              </a:spcBef>
              <a:spcAft>
                <a:spcPts val="200"/>
              </a:spcAft>
              <a:defRPr sz="1500">
                <a:solidFill>
                  <a:srgbClr val="0F172A"/>
                </a:solidFill>
              </a:defRPr>
            </a:pPr>
            <a:r>
              <a:t>• Unsupervised Learning</a:t>
            </a:r>
          </a:p>
          <a:p>
            <a:pPr>
              <a:lnSpc>
                <a:spcPct val="115000"/>
              </a:lnSpc>
              <a:spcBef>
                <a:spcPts val="200"/>
              </a:spcBef>
              <a:spcAft>
                <a:spcPts val="200"/>
              </a:spcAft>
              <a:defRPr sz="1500">
                <a:solidFill>
                  <a:srgbClr val="0F172A"/>
                </a:solidFill>
              </a:defRPr>
            </a:pPr>
            <a:r>
              <a:t>• Reinforcement Learning</a:t>
            </a:r>
          </a:p>
          <a:p>
            <a:pPr>
              <a:lnSpc>
                <a:spcPct val="115000"/>
              </a:lnSpc>
              <a:spcBef>
                <a:spcPts val="200"/>
              </a:spcBef>
              <a:spcAft>
                <a:spcPts val="200"/>
              </a:spcAft>
              <a:defRPr sz="1500">
                <a:solidFill>
                  <a:srgbClr val="0F172A"/>
                </a:solidFill>
              </a:defRPr>
            </a:pPr>
            <a:r>
              <a:t>• Training vs Testing Data</a:t>
            </a:r>
          </a:p>
          <a:p>
            <a:pPr>
              <a:lnSpc>
                <a:spcPct val="115000"/>
              </a:lnSpc>
              <a:spcBef>
                <a:spcPts val="200"/>
              </a:spcBef>
              <a:spcAft>
                <a:spcPts val="200"/>
              </a:spcAft>
              <a:defRPr sz="1500">
                <a:solidFill>
                  <a:srgbClr val="0F172A"/>
                </a:solidFill>
              </a:defRPr>
            </a:pPr>
            <a:r>
              <a:t>• Evaluation Metrics</a:t>
            </a:r>
          </a:p>
        </p:txBody>
      </p:sp>
      <p:pic>
        <p:nvPicPr>
          <p:cNvPr id="5" name="Picture 4" descr="unsplash_w7ZyuGYNpR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Supervised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Supervised learning involves training an algorithm on labeled data to learn a mapping between input and output. The goal is to predict the output for new, unseen data. Examples of supervised learning include image classification, speech recognition, and sentiment analysis.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Supervised Learning</a:t>
            </a:r>
          </a:p>
          <a:p>
            <a:pPr>
              <a:lnSpc>
                <a:spcPct val="120000"/>
              </a:lnSpc>
              <a:spcBef>
                <a:spcPts val="300"/>
              </a:spcBef>
              <a:spcAft>
                <a:spcPts val="300"/>
              </a:spcAft>
              <a:defRPr sz="1600">
                <a:solidFill>
                  <a:srgbClr val="0F172A"/>
                </a:solidFill>
              </a:defRPr>
            </a:pPr>
            <a:r>
              <a:t>• Types of Supervised Learning</a:t>
            </a:r>
          </a:p>
          <a:p>
            <a:pPr>
              <a:lnSpc>
                <a:spcPct val="120000"/>
              </a:lnSpc>
              <a:spcBef>
                <a:spcPts val="300"/>
              </a:spcBef>
              <a:spcAft>
                <a:spcPts val="300"/>
              </a:spcAft>
              <a:defRPr sz="1600">
                <a:solidFill>
                  <a:srgbClr val="0F172A"/>
                </a:solidFill>
              </a:defRPr>
            </a:pPr>
            <a:r>
              <a:t>• Applications of Supervised Learning</a:t>
            </a:r>
          </a:p>
          <a:p>
            <a:pPr>
              <a:lnSpc>
                <a:spcPct val="120000"/>
              </a:lnSpc>
              <a:spcBef>
                <a:spcPts val="300"/>
              </a:spcBef>
              <a:spcAft>
                <a:spcPts val="300"/>
              </a:spcAft>
              <a:defRPr sz="1600">
                <a:solidFill>
                  <a:srgbClr val="0F172A"/>
                </a:solidFill>
              </a:defRPr>
            </a:pPr>
            <a:r>
              <a:t>• Challenges in Supervised Learning</a:t>
            </a:r>
          </a:p>
          <a:p>
            <a:pPr>
              <a:lnSpc>
                <a:spcPct val="120000"/>
              </a:lnSpc>
              <a:spcBef>
                <a:spcPts val="300"/>
              </a:spcBef>
              <a:spcAft>
                <a:spcPts val="300"/>
              </a:spcAft>
              <a:defRPr sz="1600">
                <a:solidFill>
                  <a:srgbClr val="0F172A"/>
                </a:solidFill>
              </a:defRPr>
            </a:pPr>
            <a:r>
              <a:t>• Real-World Applications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Unsupervised Learning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Unsupervised learning involves training an algorithm on unlabeled data to discover patterns and relationships. The goal is to identify hidden structures or clusters in the data. Examples of unsupervised learning include clustering, dimensionality reduction, and anomaly detection.</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Definition of Unsupervised Learning</a:t>
            </a:r>
          </a:p>
          <a:p>
            <a:pPr>
              <a:lnSpc>
                <a:spcPct val="115000"/>
              </a:lnSpc>
              <a:spcBef>
                <a:spcPts val="200"/>
              </a:spcBef>
              <a:spcAft>
                <a:spcPts val="200"/>
              </a:spcAft>
              <a:defRPr sz="1500">
                <a:solidFill>
                  <a:srgbClr val="0F172A"/>
                </a:solidFill>
              </a:defRPr>
            </a:pPr>
            <a:r>
              <a:t>• Types of Unsupervised Learning</a:t>
            </a:r>
          </a:p>
          <a:p>
            <a:pPr>
              <a:lnSpc>
                <a:spcPct val="115000"/>
              </a:lnSpc>
              <a:spcBef>
                <a:spcPts val="200"/>
              </a:spcBef>
              <a:spcAft>
                <a:spcPts val="200"/>
              </a:spcAft>
              <a:defRPr sz="1500">
                <a:solidFill>
                  <a:srgbClr val="0F172A"/>
                </a:solidFill>
              </a:defRPr>
            </a:pPr>
            <a:r>
              <a:t>• Applications of Unsupervised Learning</a:t>
            </a:r>
          </a:p>
          <a:p>
            <a:pPr>
              <a:lnSpc>
                <a:spcPct val="115000"/>
              </a:lnSpc>
              <a:spcBef>
                <a:spcPts val="200"/>
              </a:spcBef>
              <a:spcAft>
                <a:spcPts val="200"/>
              </a:spcAft>
              <a:defRPr sz="1500">
                <a:solidFill>
                  <a:srgbClr val="0F172A"/>
                </a:solidFill>
              </a:defRPr>
            </a:pPr>
            <a:r>
              <a:t>• Challenges in Unsupervised Learning</a:t>
            </a:r>
          </a:p>
          <a:p>
            <a:pPr>
              <a:lnSpc>
                <a:spcPct val="115000"/>
              </a:lnSpc>
              <a:spcBef>
                <a:spcPts val="200"/>
              </a:spcBef>
              <a:spcAft>
                <a:spcPts val="200"/>
              </a:spcAft>
              <a:defRPr sz="1500">
                <a:solidFill>
                  <a:srgbClr val="0F172A"/>
                </a:solidFill>
              </a:defRPr>
            </a:pPr>
            <a:r>
              <a:t>• Real-World Applications</a:t>
            </a:r>
          </a:p>
        </p:txBody>
      </p:sp>
      <p:pic>
        <p:nvPicPr>
          <p:cNvPr id="5" name="Picture 4" descr="unsplash_f57lx37DCM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Machine Learning?</a:t>
            </a:r>
          </a:p>
          <a:p>
            <a:pPr>
              <a:spcBef>
                <a:spcPts val="800"/>
              </a:spcBef>
              <a:spcAft>
                <a:spcPts val="800"/>
              </a:spcAft>
              <a:defRPr sz="2000">
                <a:solidFill>
                  <a:srgbClr val="F59E0B"/>
                </a:solidFill>
              </a:defRPr>
            </a:pPr>
            <a:r>
              <a:t>✓ Machine Learning Basics</a:t>
            </a:r>
          </a:p>
          <a:p>
            <a:pPr>
              <a:spcBef>
                <a:spcPts val="800"/>
              </a:spcBef>
              <a:spcAft>
                <a:spcPts val="800"/>
              </a:spcAft>
              <a:defRPr sz="2000">
                <a:solidFill>
                  <a:srgbClr val="F59E0B"/>
                </a:solidFill>
              </a:defRPr>
            </a:pPr>
            <a:r>
              <a:t>✓ Supervised Learning</a:t>
            </a:r>
          </a:p>
          <a:p>
            <a:pPr>
              <a:spcBef>
                <a:spcPts val="800"/>
              </a:spcBef>
              <a:spcAft>
                <a:spcPts val="800"/>
              </a:spcAft>
              <a:defRPr sz="2000">
                <a:solidFill>
                  <a:srgbClr val="F59E0B"/>
                </a:solidFill>
              </a:defRPr>
            </a:pPr>
            <a:r>
              <a:t>✓ Unsupervised Learning</a:t>
            </a:r>
          </a:p>
          <a:p>
            <a:pPr>
              <a:spcBef>
                <a:spcPts val="800"/>
              </a:spcBef>
              <a:spcAft>
                <a:spcPts val="800"/>
              </a:spcAft>
              <a:defRPr sz="2000">
                <a:solidFill>
                  <a:srgbClr val="F59E0B"/>
                </a:solidFill>
              </a:defRPr>
            </a:pPr>
            <a:r>
              <a:t>✓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