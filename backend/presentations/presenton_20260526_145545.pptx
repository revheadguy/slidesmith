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Unlocking the Potential of AI in Finance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AI in Finance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Artificial intelligence (AI) has revolutionized various industries, including finance. Financial institutions are now leveraging AI technology to streamline processes, improve accuracy, and enhance customer experiences. In this presentation, we will explore the current state of AI in finance, its applications, and benefits.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Definition of AI</a:t>
            </a:r>
          </a:p>
          <a:p>
            <a:pPr>
              <a:lnSpc>
                <a:spcPct val="120000"/>
              </a:lnSpc>
              <a:spcBef>
                <a:spcPts val="300"/>
              </a:spcBef>
              <a:spcAft>
                <a:spcPts val="300"/>
              </a:spcAft>
              <a:defRPr sz="1600">
                <a:solidFill>
                  <a:srgbClr val="0F172A"/>
                </a:solidFill>
              </a:defRPr>
            </a:pPr>
            <a:r>
              <a:t>• Applications of AI in finance</a:t>
            </a:r>
          </a:p>
          <a:p>
            <a:pPr>
              <a:lnSpc>
                <a:spcPct val="120000"/>
              </a:lnSpc>
              <a:spcBef>
                <a:spcPts val="300"/>
              </a:spcBef>
              <a:spcAft>
                <a:spcPts val="300"/>
              </a:spcAft>
              <a:defRPr sz="1600">
                <a:solidFill>
                  <a:srgbClr val="0F172A"/>
                </a:solidFill>
              </a:defRPr>
            </a:pPr>
            <a:r>
              <a:t>• Benefits of using AI in finance</a:t>
            </a:r>
          </a:p>
          <a:p>
            <a:pPr>
              <a:lnSpc>
                <a:spcPct val="120000"/>
              </a:lnSpc>
              <a:spcBef>
                <a:spcPts val="300"/>
              </a:spcBef>
              <a:spcAft>
                <a:spcPts val="300"/>
              </a:spcAft>
              <a:defRPr sz="1600">
                <a:solidFill>
                  <a:srgbClr val="0F172A"/>
                </a:solidFill>
              </a:defRPr>
            </a:pPr>
            <a:r>
              <a:t>• Current challenges faced by financial institutions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Risk Management with AI</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AI algorithms can analyze vast amounts of data to identify patterns and predict risks. This enables financial institutions to make informed decisions, reduce potential losses, and improve overall risk management. AI-powered risk assessment also helps in identifying potential fraudulent activities.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AI-based risk assessment</a:t>
            </a:r>
          </a:p>
          <a:p>
            <a:pPr>
              <a:lnSpc>
                <a:spcPct val="115000"/>
              </a:lnSpc>
              <a:spcBef>
                <a:spcPts val="200"/>
              </a:spcBef>
              <a:spcAft>
                <a:spcPts val="200"/>
              </a:spcAft>
              <a:defRPr sz="1500">
                <a:solidFill>
                  <a:srgbClr val="0F172A"/>
                </a:solidFill>
              </a:defRPr>
            </a:pPr>
            <a:r>
              <a:t>• Predictive analytics for risk management</a:t>
            </a:r>
          </a:p>
          <a:p>
            <a:pPr>
              <a:lnSpc>
                <a:spcPct val="115000"/>
              </a:lnSpc>
              <a:spcBef>
                <a:spcPts val="200"/>
              </a:spcBef>
              <a:spcAft>
                <a:spcPts val="200"/>
              </a:spcAft>
              <a:defRPr sz="1500">
                <a:solidFill>
                  <a:srgbClr val="0F172A"/>
                </a:solidFill>
              </a:defRPr>
            </a:pPr>
            <a:r>
              <a:t>• Fraud detection with AI</a:t>
            </a:r>
          </a:p>
        </p:txBody>
      </p:sp>
      <p:pic>
        <p:nvPicPr>
          <p:cNvPr id="5" name="Picture 4" descr="unsplash_5fNmWej4tAA.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Portfolio Management and Trading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AI-powered portfolio management systems can analyze market trends, identify opportunities, and make data-driven investment decisions. This leads to improved returns, reduced risks, and enhanced investment strategies.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AI-based portfolio optimization</a:t>
            </a:r>
          </a:p>
          <a:p>
            <a:pPr>
              <a:lnSpc>
                <a:spcPct val="120000"/>
              </a:lnSpc>
              <a:spcBef>
                <a:spcPts val="300"/>
              </a:spcBef>
              <a:spcAft>
                <a:spcPts val="300"/>
              </a:spcAft>
              <a:defRPr sz="1600">
                <a:solidFill>
                  <a:srgbClr val="0F172A"/>
                </a:solidFill>
              </a:defRPr>
            </a:pPr>
            <a:r>
              <a:t>• Automated trading with AI</a:t>
            </a:r>
          </a:p>
          <a:p>
            <a:pPr>
              <a:lnSpc>
                <a:spcPct val="120000"/>
              </a:lnSpc>
              <a:spcBef>
                <a:spcPts val="300"/>
              </a:spcBef>
              <a:spcAft>
                <a:spcPts val="300"/>
              </a:spcAft>
              <a:defRPr sz="1600">
                <a:solidFill>
                  <a:srgbClr val="0F172A"/>
                </a:solidFill>
              </a:defRPr>
            </a:pPr>
            <a:r>
              <a:t>• Real-time market analysis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Customer Experience and Service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AI-powered chatbots and virtual assistants can provide personalized customer service, reducing response times and improving overall customer satisfaction. AI-driven insights also help financial institutions to better understand their customers' needs and preferences.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AI-based customer service</a:t>
            </a:r>
          </a:p>
          <a:p>
            <a:pPr>
              <a:lnSpc>
                <a:spcPct val="120000"/>
              </a:lnSpc>
              <a:spcBef>
                <a:spcPts val="300"/>
              </a:spcBef>
              <a:spcAft>
                <a:spcPts val="300"/>
              </a:spcAft>
              <a:defRPr sz="1600">
                <a:solidFill>
                  <a:srgbClr val="0F172A"/>
                </a:solidFill>
              </a:defRPr>
            </a:pPr>
            <a:r>
              <a:t>• Personalized customer experiences</a:t>
            </a:r>
          </a:p>
          <a:p>
            <a:pPr>
              <a:lnSpc>
                <a:spcPct val="120000"/>
              </a:lnSpc>
              <a:spcBef>
                <a:spcPts val="300"/>
              </a:spcBef>
              <a:spcAft>
                <a:spcPts val="300"/>
              </a:spcAft>
              <a:defRPr sz="1600">
                <a:solidFill>
                  <a:srgbClr val="0F172A"/>
                </a:solidFill>
              </a:defRPr>
            </a:pPr>
            <a:r>
              <a:t>• Customer insights with 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Regulatory Compliance and Reporting</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AI-powered compliance tools can help financial institutions to stay compliant with regulations, reducing the risk of non-compliance. AI-driven reporting also enables faster and more accurate reporting.</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AI-based regulatory compliance</a:t>
            </a:r>
          </a:p>
          <a:p>
            <a:pPr>
              <a:lnSpc>
                <a:spcPct val="115000"/>
              </a:lnSpc>
              <a:spcBef>
                <a:spcPts val="200"/>
              </a:spcBef>
              <a:spcAft>
                <a:spcPts val="200"/>
              </a:spcAft>
              <a:defRPr sz="1500">
                <a:solidFill>
                  <a:srgbClr val="0F172A"/>
                </a:solidFill>
              </a:defRPr>
            </a:pPr>
            <a:r>
              <a:t>• Automated reporting with AI</a:t>
            </a:r>
          </a:p>
          <a:p>
            <a:pPr>
              <a:lnSpc>
                <a:spcPct val="115000"/>
              </a:lnSpc>
              <a:spcBef>
                <a:spcPts val="200"/>
              </a:spcBef>
              <a:spcAft>
                <a:spcPts val="200"/>
              </a:spcAft>
              <a:defRPr sz="1500">
                <a:solidFill>
                  <a:srgbClr val="0F172A"/>
                </a:solidFill>
              </a:defRPr>
            </a:pPr>
            <a:r>
              <a:t>• Reduced reporting errors</a:t>
            </a:r>
          </a:p>
        </p:txBody>
      </p:sp>
      <p:pic>
        <p:nvPicPr>
          <p:cNvPr id="5" name="Picture 4" descr="unsplash_UGfFIrvCXVY.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Conclusion: The Future of AI in Finance</a:t>
            </a:r>
          </a:p>
        </p:txBody>
      </p:sp>
      <p:sp>
        <p:nvSpPr>
          <p:cNvPr id="4" name="TextBox 3"/>
          <p:cNvSpPr txBox="1"/>
          <p:nvPr/>
        </p:nvSpPr>
        <p:spPr>
          <a:xfrm>
            <a:off x="1371600" y="1463040"/>
            <a:ext cx="6400800" cy="4572000"/>
          </a:xfrm>
          <a:prstGeom prst="rect">
            <a:avLst/>
          </a:prstGeom>
          <a:noFill/>
        </p:spPr>
        <p:txBody>
          <a:bodyPr wrap="square">
            <a:spAutoFit/>
          </a:bodyPr>
          <a:lstStyle/>
          <a:p>
            <a:pPr>
              <a:lnSpc>
                <a:spcPct val="130000"/>
              </a:lnSpc>
              <a:spcBef>
                <a:spcPts val="1000"/>
              </a:spcBef>
              <a:spcAft>
                <a:spcPts val="1000"/>
              </a:spcAft>
              <a:defRPr sz="2200" b="1">
                <a:solidFill>
                  <a:srgbClr val="1E40AF"/>
                </a:solidFill>
              </a:defRPr>
            </a:pPr>
            <a:r>
              <a:t>1. Future directions for AI in finance</a:t>
            </a:r>
          </a:p>
          <a:p>
            <a:pPr>
              <a:lnSpc>
                <a:spcPct val="130000"/>
              </a:lnSpc>
              <a:spcBef>
                <a:spcPts val="1000"/>
              </a:spcBef>
              <a:spcAft>
                <a:spcPts val="1000"/>
              </a:spcAft>
              <a:defRPr sz="2200" b="1">
                <a:solidFill>
                  <a:srgbClr val="1E40AF"/>
                </a:solidFill>
              </a:defRPr>
            </a:pPr>
            <a:r>
              <a:t>2. Potential challenges and limitations</a:t>
            </a:r>
          </a:p>
          <a:p>
            <a:pPr>
              <a:lnSpc>
                <a:spcPct val="130000"/>
              </a:lnSpc>
              <a:spcBef>
                <a:spcPts val="1000"/>
              </a:spcBef>
              <a:spcAft>
                <a:spcPts val="1000"/>
              </a:spcAft>
              <a:defRPr sz="2200" b="1">
                <a:solidFill>
                  <a:srgbClr val="1E40AF"/>
                </a:solidFill>
              </a:defRPr>
            </a:pPr>
            <a:r>
              <a:t>3. Next steps for financial institutions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Introduction to AI in Finance</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Definition of AI</a:t>
            </a:r>
            <a:br/>
            <a:r>
              <a:t>Applications of AI in finance</a:t>
            </a:r>
            <a:br/>
            <a:r>
              <a:t>Benefits of using AI in finance</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Risk Management with AI</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AI-based risk assessment</a:t>
            </a:r>
            <a:br/>
            <a:r>
              <a:t>Predictive analytics for risk management</a:t>
            </a:r>
            <a:br/>
            <a:r>
              <a:t>Fraud detection with AI</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Portfolio Management and Trading</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AI-based portfolio optimization</a:t>
            </a:r>
            <a:br/>
            <a:r>
              <a:t>Automated trading with AI</a:t>
            </a:r>
            <a:br/>
            <a:r>
              <a:t>Real-time market analysis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AI in Finance</a:t>
            </a:r>
          </a:p>
          <a:p>
            <a:pPr>
              <a:spcBef>
                <a:spcPts val="800"/>
              </a:spcBef>
              <a:spcAft>
                <a:spcPts val="800"/>
              </a:spcAft>
              <a:defRPr sz="2000">
                <a:solidFill>
                  <a:srgbClr val="F59E0B"/>
                </a:solidFill>
              </a:defRPr>
            </a:pPr>
            <a:r>
              <a:t>✓ Risk Management with AI</a:t>
            </a:r>
          </a:p>
          <a:p>
            <a:pPr>
              <a:spcBef>
                <a:spcPts val="800"/>
              </a:spcBef>
              <a:spcAft>
                <a:spcPts val="800"/>
              </a:spcAft>
              <a:defRPr sz="2000">
                <a:solidFill>
                  <a:srgbClr val="F59E0B"/>
                </a:solidFill>
              </a:defRPr>
            </a:pPr>
            <a:r>
              <a:t>✓ Portfolio Management and Trading</a:t>
            </a:r>
          </a:p>
          <a:p>
            <a:pPr>
              <a:spcBef>
                <a:spcPts val="800"/>
              </a:spcBef>
              <a:spcAft>
                <a:spcPts val="800"/>
              </a:spcAft>
              <a:defRPr sz="2000">
                <a:solidFill>
                  <a:srgbClr val="F59E0B"/>
                </a:solidFill>
              </a:defRPr>
            </a:pPr>
            <a:r>
              <a:t>✓ Customer Experience and Service</a:t>
            </a:r>
          </a:p>
          <a:p>
            <a:pPr>
              <a:spcBef>
                <a:spcPts val="800"/>
              </a:spcBef>
              <a:spcAft>
                <a:spcPts val="800"/>
              </a:spcAft>
              <a:defRPr sz="2000">
                <a:solidFill>
                  <a:srgbClr val="F59E0B"/>
                </a:solidFill>
              </a:defRPr>
            </a:pPr>
            <a:r>
              <a:t>✓ Regulatory Compliance and Reporting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