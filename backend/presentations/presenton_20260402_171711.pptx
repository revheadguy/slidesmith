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Unlocking the Power of Artificial Intelligence: An Overview of Meta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Introduction to Meta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Meta AI is a leading AI research organization within Meta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Focused on developing and applying AI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What is Meta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AI research organization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Develops and applies AI technologies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Part of the Meta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Key Research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Computer Vision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Natural Language Processing (NLP)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Generative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Applications of Meta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Virtual Assistants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Chatbots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Image and Video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Meta AI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Deep Learning Frameworks (e.g. PyTorch)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Distributed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Edge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Challenges in AI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Data Quality and Availability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Interpretability and Explainability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Regulatory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Meta AI's Contribution to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Pioneering work in computer vision and NLP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Development of innovative AI models and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Industry Partnerships and Collaborations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Collaborations with leading tech companies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Partnerships with research institutions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Career Opportunities at Meta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Research Scientist positions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Opportunities for collaboration and innovation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Conclusion: The Future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Meta AI's role in shaping the future of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The importance of continued research and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Introduction to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Challenges in AI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Conclusion: The Future of Artificial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Meta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What is Meta AI?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Research Areas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Applications of Meta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Meta AI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