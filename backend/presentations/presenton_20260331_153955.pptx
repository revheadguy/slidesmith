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Web Development with React</a:t>
            </a:r>
          </a:p>
        </p:txBody>
      </p:sp>
      <p:sp>
        <p:nvSpPr>
          <p:cNvPr id="3" name="TextBox 2"/>
          <p:cNvSpPr txBox="1"/>
          <p:nvPr/>
        </p:nvSpPr>
        <p:spPr>
          <a:xfrm>
            <a:off x="457200" y="3840480"/>
            <a:ext cx="8229600" cy="914400"/>
          </a:xfrm>
          <a:prstGeom prst="rect">
            <a:avLst/>
          </a:prstGeom>
          <a:noFill/>
        </p:spPr>
        <p:txBody>
          <a:bodyPr wrap="none">
            <a:spAutoFit/>
          </a:bodyPr>
          <a:lstStyle/>
          <a:p>
            <a:pPr algn="ctr">
              <a:defRPr sz="2400">
                <a:solidFill>
                  <a:srgbClr val="F59E0B"/>
                </a:solidFill>
              </a:defRPr>
            </a:pPr>
            <a:r>
              <a:t>Generated Presentation for Web Development with React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Slide 1</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Here is the requested presentation outline on Web Development with React:</a:t>
            </a:r>
            <a:br/>
            <a:br/>
            <a:r>
              <a:t>{</a:t>
            </a:r>
            <a:br/>
            <a:r>
              <a:t>"title": "Web Development with React: Building Fast, Scalable, and Maintainable Applications",</a:t>
            </a:r>
            <a:br/>
            <a:r>
              <a:t>"slides": [</a:t>
            </a:r>
            <a:br/>
            <a:r>
              <a:t>    {</a:t>
            </a:r>
            <a:br/>
            <a:r>
              <a:t>        "slide_number": 1,</a:t>
            </a:r>
            <a:br/>
            <a:r>
              <a:t>        "title": "Introduction to React",</a:t>
            </a:r>
            <a:br/>
            <a:r>
              <a:t>        "key_points": ["What is React?", "Benefits of using React", "React Ecosystem"]</a:t>
            </a:r>
            <a:br/>
            <a:r>
              <a:t>    },</a:t>
            </a:r>
            <a:br/>
            <a:r>
              <a:t>    {</a:t>
            </a:r>
            <a:br/>
            <a:r>
              <a:t>        "slide_number": 2,</a:t>
            </a:r>
            <a:br/>
            <a:r>
              <a:t>        "title": "Key Features of React",</a:t>
            </a:r>
            <a:br/>
            <a:r>
              <a:t>        "key_points": ["JSX and Virtual DOM", "Components and JSX Syntax", "Props and State Management"]</a:t>
            </a:r>
            <a:br/>
            <a:r>
              <a:t>    },</a:t>
            </a:r>
            <a:br/>
            <a:r>
              <a:t>    {</a:t>
            </a:r>
            <a:br/>
            <a:r>
              <a:t>        "slide_number": 3,</a:t>
            </a:r>
            <a:br/>
            <a:r>
              <a:t>        "title": "Building with React: Best Practices",</a:t>
            </a:r>
            <a:br/>
            <a:r>
              <a:t>        "key_points": ["Structuring Your Codebase", "Managing State and Props", "Handling Side Effects"]</a:t>
            </a:r>
            <a:br/>
            <a:r>
              <a:t>    },</a:t>
            </a:r>
            <a:br/>
            <a:r>
              <a:t>    {</a:t>
            </a:r>
            <a:br/>
            <a:r>
              <a:t>        "slide_number": 4,</a:t>
            </a:r>
            <a:br/>
            <a:r>
              <a:t>        "title": "Scaling and Performance Optimization in React",</a:t>
            </a:r>
            <a:br/>
            <a:r>
              <a:t>        "key_points": ["Code Splitting and Tree Shaking", "Server-Side Rendering (SSR) and Static Site Generation (SSG)", "Caching and Optimizing Server Response"]</a:t>
            </a:r>
            <a:br/>
            <a:r>
              <a:t>    },</a:t>
            </a:r>
            <a:br/>
            <a:r>
              <a:t>    {</a:t>
            </a:r>
            <a:br/>
            <a:r>
              <a:t>        "slide_number": 5,</a:t>
            </a:r>
            <a:br/>
            <a:r>
              <a:t>        "title": "Conclusion: Why Choose React for Your Next Project",</a:t>
            </a:r>
            <a:br/>
            <a:r>
              <a:t>        "key_points": ["Key Takeaways from this Presentation", "Benefits of using React in Real-World Applications", "Future Directions for the React Ecosystem"]</a:t>
            </a:r>
            <a:br/>
            <a:r>
              <a:t>    }</a:t>
            </a:r>
            <a:br/>
            <a:r>
              <a:t>],</a:t>
            </a:r>
            <a:br/>
            <a:r>
              <a:t>"summary": "This presentation provides an overview of the popular JavaScript library, React. We'll explore its key features, best practices for building with React, and strategies for scaling and performance optimization. By the end of this presentation, you'll understand why React is a great choice for your next project."</a:t>
            </a:r>
            <a:br/>
            <a:r>
              <a:t>}</a:t>
            </a:r>
            <a:br/>
            <a:br/>
            <a:r>
              <a:t>Let me know if you need any changes!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Slide 2</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Here is the requested presentation outline on Web Development with React:</a:t>
            </a:r>
            <a:br/>
            <a:br/>
            <a:r>
              <a:t>{</a:t>
            </a:r>
            <a:br/>
            <a:r>
              <a:t>"title": "Web Development with React: Building Fast, Scalable, and Maintainable Applications",</a:t>
            </a:r>
            <a:br/>
            <a:r>
              <a:t>"slides": [</a:t>
            </a:r>
            <a:br/>
            <a:r>
              <a:t>    {</a:t>
            </a:r>
            <a:br/>
            <a:r>
              <a:t>        "slide_number": 1,</a:t>
            </a:r>
            <a:br/>
            <a:r>
              <a:t>        "title": "Introduction to React",</a:t>
            </a:r>
            <a:br/>
            <a:r>
              <a:t>        "key_points": ["What is React?", "Benefits of using React", "React Ecosystem"]</a:t>
            </a:r>
            <a:br/>
            <a:r>
              <a:t>    },</a:t>
            </a:r>
            <a:br/>
            <a:r>
              <a:t>    {</a:t>
            </a:r>
            <a:br/>
            <a:r>
              <a:t>        "slide_number": 2,</a:t>
            </a:r>
            <a:br/>
            <a:r>
              <a:t>        "title": "Key Features of React",</a:t>
            </a:r>
            <a:br/>
            <a:r>
              <a:t>        "key_points": ["JSX and Virtual DOM", "Components and JSX Syntax", "Props and State Management"]</a:t>
            </a:r>
            <a:br/>
            <a:r>
              <a:t>    },</a:t>
            </a:r>
            <a:br/>
            <a:r>
              <a:t>    {</a:t>
            </a:r>
            <a:br/>
            <a:r>
              <a:t>        "slide_number": 3,</a:t>
            </a:r>
            <a:br/>
            <a:r>
              <a:t>        "title": "Building with React: Best Practices",</a:t>
            </a:r>
            <a:br/>
            <a:r>
              <a:t>        "key_points": ["Structuring Your Codebase", "Managing State and Props", "Handling Side Effects"]</a:t>
            </a:r>
            <a:br/>
            <a:r>
              <a:t>    },</a:t>
            </a:r>
            <a:br/>
            <a:r>
              <a:t>    {</a:t>
            </a:r>
            <a:br/>
            <a:r>
              <a:t>        "slide_number": 4,</a:t>
            </a:r>
            <a:br/>
            <a:r>
              <a:t>        "title": "Scaling and Performance Optimization in React",</a:t>
            </a:r>
            <a:br/>
            <a:r>
              <a:t>        "key_points": ["Code Splitting and Tree Shaking", "Server-Side Rendering (SSR) and Static Site Generation (SSG)", "Caching and Optimizing Server Response"]</a:t>
            </a:r>
            <a:br/>
            <a:r>
              <a:t>    },</a:t>
            </a:r>
            <a:br/>
            <a:r>
              <a:t>    {</a:t>
            </a:r>
            <a:br/>
            <a:r>
              <a:t>        "slide_number": 5,</a:t>
            </a:r>
            <a:br/>
            <a:r>
              <a:t>        "title": "Conclusion: Why Choose React for Your Next Project",</a:t>
            </a:r>
            <a:br/>
            <a:r>
              <a:t>        "key_points": ["Key Takeaways from this Presentation", "Benefits of using React in Real-World Applications", "Future Directions for the React Ecosystem"]</a:t>
            </a:r>
            <a:br/>
            <a:r>
              <a:t>    }</a:t>
            </a:r>
            <a:br/>
            <a:r>
              <a:t>],</a:t>
            </a:r>
            <a:br/>
            <a:r>
              <a:t>"summary": "This presentation provides an overview of the popular JavaScript library, React. We'll explore its key features, best practices for building with React, and strategies for scaling and performance optimization. By the end of this presentation, you'll understand why React is a great choice for your next project."</a:t>
            </a:r>
            <a:br/>
            <a:r>
              <a:t>}</a:t>
            </a:r>
            <a:br/>
            <a:br/>
            <a:r>
              <a:t>Let me know if you need any changes!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Slide 3</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Here is the requested presentation outline on Web Development with React:</a:t>
            </a:r>
            <a:br/>
            <a:br/>
            <a:r>
              <a:t>{</a:t>
            </a:r>
            <a:br/>
            <a:r>
              <a:t>"title": "Web Development with React: Building Fast, Scalable, and Maintainable Applications",</a:t>
            </a:r>
            <a:br/>
            <a:r>
              <a:t>"slides": [</a:t>
            </a:r>
            <a:br/>
            <a:r>
              <a:t>    {</a:t>
            </a:r>
            <a:br/>
            <a:r>
              <a:t>        "slide_number": 1,</a:t>
            </a:r>
            <a:br/>
            <a:r>
              <a:t>        "title": "Introduction to React",</a:t>
            </a:r>
            <a:br/>
            <a:r>
              <a:t>        "key_points": ["What is React?", "Benefits of using React", "React Ecosystem"]</a:t>
            </a:r>
            <a:br/>
            <a:r>
              <a:t>    },</a:t>
            </a:r>
            <a:br/>
            <a:r>
              <a:t>    {</a:t>
            </a:r>
            <a:br/>
            <a:r>
              <a:t>        "slide_number": 2,</a:t>
            </a:r>
            <a:br/>
            <a:r>
              <a:t>        "title": "Key Features of React",</a:t>
            </a:r>
            <a:br/>
            <a:r>
              <a:t>        "key_points": ["JSX and Virtual DOM", "Components and JSX Syntax", "Props and State Management"]</a:t>
            </a:r>
            <a:br/>
            <a:r>
              <a:t>    },</a:t>
            </a:r>
            <a:br/>
            <a:r>
              <a:t>    {</a:t>
            </a:r>
            <a:br/>
            <a:r>
              <a:t>        "slide_number": 3,</a:t>
            </a:r>
            <a:br/>
            <a:r>
              <a:t>        "title": "Building with React: Best Practices",</a:t>
            </a:r>
            <a:br/>
            <a:r>
              <a:t>        "key_points": ["Structuring Your Codebase", "Managing State and Props", "Handling Side Effects"]</a:t>
            </a:r>
            <a:br/>
            <a:r>
              <a:t>    },</a:t>
            </a:r>
            <a:br/>
            <a:r>
              <a:t>    {</a:t>
            </a:r>
            <a:br/>
            <a:r>
              <a:t>        "slide_number": 4,</a:t>
            </a:r>
            <a:br/>
            <a:r>
              <a:t>        "title": "Scaling and Performance Optimization in React",</a:t>
            </a:r>
            <a:br/>
            <a:r>
              <a:t>        "key_points": ["Code Splitting and Tree Shaking", "Server-Side Rendering (SSR) and Static Site Generation (SSG)", "Caching and Optimizing Server Response"]</a:t>
            </a:r>
            <a:br/>
            <a:r>
              <a:t>    },</a:t>
            </a:r>
            <a:br/>
            <a:r>
              <a:t>    {</a:t>
            </a:r>
            <a:br/>
            <a:r>
              <a:t>        "slide_number": 5,</a:t>
            </a:r>
            <a:br/>
            <a:r>
              <a:t>        "title": "Conclusion: Why Choose React for Your Next Project",</a:t>
            </a:r>
            <a:br/>
            <a:r>
              <a:t>        "key_points": ["Key Takeaways from this Presentation", "Benefits of using React in Real-World Applications", "Future Directions for the React Ecosystem"]</a:t>
            </a:r>
            <a:br/>
            <a:r>
              <a:t>    }</a:t>
            </a:r>
            <a:br/>
            <a:r>
              <a:t>],</a:t>
            </a:r>
            <a:br/>
            <a:r>
              <a:t>"summary": "This presentation provides an overview of the popular JavaScript library, React. We'll explore its key features, best practices for building with React, and strategies for scaling and performance optimization. By the end of this presentation, you'll understand why React is a great choice for your next project."</a:t>
            </a:r>
            <a:br/>
            <a:r>
              <a:t>}</a:t>
            </a:r>
            <a:br/>
            <a:br/>
            <a:r>
              <a:t>Let me know if you need any changes!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Slide 4</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Here is the requested presentation outline on Web Development with React:</a:t>
            </a:r>
            <a:br/>
            <a:br/>
            <a:r>
              <a:t>{</a:t>
            </a:r>
            <a:br/>
            <a:r>
              <a:t>"title": "Web Development with React: Building Fast, Scalable, and Maintainable Applications",</a:t>
            </a:r>
            <a:br/>
            <a:r>
              <a:t>"slides": [</a:t>
            </a:r>
            <a:br/>
            <a:r>
              <a:t>    {</a:t>
            </a:r>
            <a:br/>
            <a:r>
              <a:t>        "slide_number": 1,</a:t>
            </a:r>
            <a:br/>
            <a:r>
              <a:t>        "title": "Introduction to React",</a:t>
            </a:r>
            <a:br/>
            <a:r>
              <a:t>        "key_points": ["What is React?", "Benefits of using React", "React Ecosystem"]</a:t>
            </a:r>
            <a:br/>
            <a:r>
              <a:t>    },</a:t>
            </a:r>
            <a:br/>
            <a:r>
              <a:t>    {</a:t>
            </a:r>
            <a:br/>
            <a:r>
              <a:t>        "slide_number": 2,</a:t>
            </a:r>
            <a:br/>
            <a:r>
              <a:t>        "title": "Key Features of React",</a:t>
            </a:r>
            <a:br/>
            <a:r>
              <a:t>        "key_points": ["JSX and Virtual DOM", "Components and JSX Syntax", "Props and State Management"]</a:t>
            </a:r>
            <a:br/>
            <a:r>
              <a:t>    },</a:t>
            </a:r>
            <a:br/>
            <a:r>
              <a:t>    {</a:t>
            </a:r>
            <a:br/>
            <a:r>
              <a:t>        "slide_number": 3,</a:t>
            </a:r>
            <a:br/>
            <a:r>
              <a:t>        "title": "Building with React: Best Practices",</a:t>
            </a:r>
            <a:br/>
            <a:r>
              <a:t>        "key_points": ["Structuring Your Codebase", "Managing State and Props", "Handling Side Effects"]</a:t>
            </a:r>
            <a:br/>
            <a:r>
              <a:t>    },</a:t>
            </a:r>
            <a:br/>
            <a:r>
              <a:t>    {</a:t>
            </a:r>
            <a:br/>
            <a:r>
              <a:t>        "slide_number": 4,</a:t>
            </a:r>
            <a:br/>
            <a:r>
              <a:t>        "title": "Scaling and Performance Optimization in React",</a:t>
            </a:r>
            <a:br/>
            <a:r>
              <a:t>        "key_points": ["Code Splitting and Tree Shaking", "Server-Side Rendering (SSR) and Static Site Generation (SSG)", "Caching and Optimizing Server Response"]</a:t>
            </a:r>
            <a:br/>
            <a:r>
              <a:t>    },</a:t>
            </a:r>
            <a:br/>
            <a:r>
              <a:t>    {</a:t>
            </a:r>
            <a:br/>
            <a:r>
              <a:t>        "slide_number": 5,</a:t>
            </a:r>
            <a:br/>
            <a:r>
              <a:t>        "title": "Conclusion: Why Choose React for Your Next Project",</a:t>
            </a:r>
            <a:br/>
            <a:r>
              <a:t>        "key_points": ["Key Takeaways from this Presentation", "Benefits of using React in Real-World Applications", "Future Directions for the React Ecosystem"]</a:t>
            </a:r>
            <a:br/>
            <a:r>
              <a:t>    }</a:t>
            </a:r>
            <a:br/>
            <a:r>
              <a:t>],</a:t>
            </a:r>
            <a:br/>
            <a:r>
              <a:t>"summary": "This presentation provides an overview of the popular JavaScript library, React. We'll explore its key features, best practices for building with React, and strategies for scaling and performance optimization. By the end of this presentation, you'll understand why React is a great choice for your next project."</a:t>
            </a:r>
            <a:br/>
            <a:r>
              <a:t>}</a:t>
            </a:r>
            <a:br/>
            <a:br/>
            <a:r>
              <a:t>Let me know if you need any changes!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Slide 5</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Here is the requested presentation outline on Web Development with React:</a:t>
            </a:r>
            <a:br/>
            <a:br/>
            <a:r>
              <a:t>{</a:t>
            </a:r>
            <a:br/>
            <a:r>
              <a:t>"title": "Web Development with React: Building Fast, Scalable, and Maintainable Applications",</a:t>
            </a:r>
            <a:br/>
            <a:r>
              <a:t>"slides": [</a:t>
            </a:r>
            <a:br/>
            <a:r>
              <a:t>    {</a:t>
            </a:r>
            <a:br/>
            <a:r>
              <a:t>        "slide_number": 1,</a:t>
            </a:r>
            <a:br/>
            <a:r>
              <a:t>        "title": "Introduction to React",</a:t>
            </a:r>
            <a:br/>
            <a:r>
              <a:t>        "key_points": ["What is React?", "Benefits of using React", "React Ecosystem"]</a:t>
            </a:r>
            <a:br/>
            <a:r>
              <a:t>    },</a:t>
            </a:r>
            <a:br/>
            <a:r>
              <a:t>    {</a:t>
            </a:r>
            <a:br/>
            <a:r>
              <a:t>        "slide_number": 2,</a:t>
            </a:r>
            <a:br/>
            <a:r>
              <a:t>        "title": "Key Features of React",</a:t>
            </a:r>
            <a:br/>
            <a:r>
              <a:t>        "key_points": ["JSX and Virtual DOM", "Components and JSX Syntax", "Props and State Management"]</a:t>
            </a:r>
            <a:br/>
            <a:r>
              <a:t>    },</a:t>
            </a:r>
            <a:br/>
            <a:r>
              <a:t>    {</a:t>
            </a:r>
            <a:br/>
            <a:r>
              <a:t>        "slide_number": 3,</a:t>
            </a:r>
            <a:br/>
            <a:r>
              <a:t>        "title": "Building with React: Best Practices",</a:t>
            </a:r>
            <a:br/>
            <a:r>
              <a:t>        "key_points": ["Structuring Your Codebase", "Managing State and Props", "Handling Side Effects"]</a:t>
            </a:r>
            <a:br/>
            <a:r>
              <a:t>    },</a:t>
            </a:r>
            <a:br/>
            <a:r>
              <a:t>    {</a:t>
            </a:r>
            <a:br/>
            <a:r>
              <a:t>        "slide_number": 4,</a:t>
            </a:r>
            <a:br/>
            <a:r>
              <a:t>        "title": "Scaling and Performance Optimization in React",</a:t>
            </a:r>
            <a:br/>
            <a:r>
              <a:t>        "key_points": ["Code Splitting and Tree Shaking", "Server-Side Rendering (SSR) and Static Site Generation (SSG)", "Caching and Optimizing Server Response"]</a:t>
            </a:r>
            <a:br/>
            <a:r>
              <a:t>    },</a:t>
            </a:r>
            <a:br/>
            <a:r>
              <a:t>    {</a:t>
            </a:r>
            <a:br/>
            <a:r>
              <a:t>        "slide_number": 5,</a:t>
            </a:r>
            <a:br/>
            <a:r>
              <a:t>        "title": "Conclusion: Why Choose React for Your Next Project",</a:t>
            </a:r>
            <a:br/>
            <a:r>
              <a:t>        "key_points": ["Key Takeaways from this Presentation", "Benefits of using React in Real-World Applications", "Future Directions for the React Ecosystem"]</a:t>
            </a:r>
            <a:br/>
            <a:r>
              <a:t>    }</a:t>
            </a:r>
            <a:br/>
            <a:r>
              <a:t>],</a:t>
            </a:r>
            <a:br/>
            <a:r>
              <a:t>"summary": "This presentation provides an overview of the popular JavaScript library, React. We'll explore its key features, best practices for building with React, and strategies for scaling and performance optimization. By the end of this presentation, you'll understand why React is a great choice for your next project."</a:t>
            </a:r>
            <a:br/>
            <a:r>
              <a:t>}</a:t>
            </a:r>
            <a:br/>
            <a:br/>
            <a:r>
              <a:t>Let me know if you need any changes!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Slide 1</a:t>
            </a:r>
          </a:p>
          <a:p>
            <a:pPr>
              <a:spcBef>
                <a:spcPts val="800"/>
              </a:spcBef>
              <a:spcAft>
                <a:spcPts val="800"/>
              </a:spcAft>
              <a:defRPr sz="2000">
                <a:solidFill>
                  <a:srgbClr val="F59E0B"/>
                </a:solidFill>
              </a:defRPr>
            </a:pPr>
            <a:r>
              <a:t>✓ Slide 2</a:t>
            </a:r>
          </a:p>
          <a:p>
            <a:pPr>
              <a:spcBef>
                <a:spcPts val="800"/>
              </a:spcBef>
              <a:spcAft>
                <a:spcPts val="800"/>
              </a:spcAft>
              <a:defRPr sz="2000">
                <a:solidFill>
                  <a:srgbClr val="F59E0B"/>
                </a:solidFill>
              </a:defRPr>
            </a:pPr>
            <a:r>
              <a:t>✓ Slide 3</a:t>
            </a:r>
          </a:p>
          <a:p>
            <a:pPr>
              <a:spcBef>
                <a:spcPts val="800"/>
              </a:spcBef>
              <a:spcAft>
                <a:spcPts val="800"/>
              </a:spcAft>
              <a:defRPr sz="2000">
                <a:solidFill>
                  <a:srgbClr val="F59E0B"/>
                </a:solidFill>
              </a:defRPr>
            </a:pPr>
            <a:r>
              <a:t>✓ Slide 4</a:t>
            </a:r>
          </a:p>
          <a:p>
            <a:pPr>
              <a:spcBef>
                <a:spcPts val="800"/>
              </a:spcBef>
              <a:spcAft>
                <a:spcPts val="800"/>
              </a:spcAft>
              <a:defRPr sz="2000">
                <a:solidFill>
                  <a:srgbClr val="F59E0B"/>
                </a:solidFill>
              </a:defRPr>
            </a:pPr>
            <a:r>
              <a:t>✓ Slide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