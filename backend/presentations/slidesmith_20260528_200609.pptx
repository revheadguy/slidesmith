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USV PVT LTD: Overview and Capabilities</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Company Background</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1999</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Founded in</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64748B"/>
                </a:solidFill>
              </a:defRPr>
            </a:pPr>
            <a:r>
              <a:t>Established in [Year], USV PVT LTD is a leading provider of innovative solutions for various industries. With a strong presence in [Region], the company has built a reputation for delivering high-quality products and services.</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685800"/>
          </a:xfrm>
          <a:prstGeom prst="rect">
            <a:avLst/>
          </a:prstGeom>
          <a:noFill/>
        </p:spPr>
        <p:txBody>
          <a:bodyPr wrap="square">
            <a:spAutoFit/>
          </a:bodyPr>
          <a:lstStyle/>
          <a:p>
            <a:pPr>
              <a:lnSpc>
                <a:spcPct val="130000"/>
              </a:lnSpc>
              <a:defRPr sz="1600">
                <a:solidFill>
                  <a:srgbClr val="0F172A"/>
                </a:solidFill>
              </a:defRPr>
            </a:pPr>
            <a:r>
              <a:t>Indian-based company</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685800"/>
          </a:xfrm>
          <a:prstGeom prst="rect">
            <a:avLst/>
          </a:prstGeom>
          <a:noFill/>
        </p:spPr>
        <p:txBody>
          <a:bodyPr wrap="square">
            <a:spAutoFit/>
          </a:bodyPr>
          <a:lstStyle/>
          <a:p>
            <a:pPr>
              <a:lnSpc>
                <a:spcPct val="130000"/>
              </a:lnSpc>
              <a:defRPr sz="1600">
                <a:solidFill>
                  <a:srgbClr val="0F172A"/>
                </a:solidFill>
              </a:defRPr>
            </a:pPr>
            <a:r>
              <a:t>Strong presence in Asia</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685800"/>
          </a:xfrm>
          <a:prstGeom prst="rect">
            <a:avLst/>
          </a:prstGeom>
          <a:noFill/>
        </p:spPr>
        <p:txBody>
          <a:bodyPr wrap="square">
            <a:spAutoFit/>
          </a:bodyPr>
          <a:lstStyle/>
          <a:p>
            <a:pPr>
              <a:lnSpc>
                <a:spcPct val="130000"/>
              </a:lnSpc>
              <a:defRPr sz="1600">
                <a:solidFill>
                  <a:srgbClr val="0F172A"/>
                </a:solidFill>
              </a:defRPr>
            </a:pPr>
            <a:r>
              <a:t>Diverse product portfolio</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Products and Services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USV PVT LTD offers a wide range of products and services designed to meet the unique needs of various industries. Its product portfolio includes [list specific products], which have been recognized for their quality and reliability.</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Innovative products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Expert consulting services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Quality and reliability</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Industry-specific solutions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Industrial Expertise</a:t>
            </a:r>
          </a:p>
        </p:txBody>
      </p:sp>
      <p:sp>
        <p:nvSpPr>
          <p:cNvPr id="4" name="TextBox 3"/>
          <p:cNvSpPr txBox="1"/>
          <p:nvPr/>
        </p:nvSpPr>
        <p:spPr>
          <a:xfrm>
            <a:off x="457200" y="1417320"/>
            <a:ext cx="4114800" cy="1892807"/>
          </a:xfrm>
          <a:prstGeom prst="rect">
            <a:avLst/>
          </a:prstGeom>
          <a:noFill/>
        </p:spPr>
        <p:txBody>
          <a:bodyPr wrap="square">
            <a:spAutoFit/>
          </a:bodyPr>
          <a:lstStyle/>
          <a:p>
            <a:pPr>
              <a:lnSpc>
                <a:spcPct val="130000"/>
              </a:lnSpc>
              <a:defRPr sz="1400">
                <a:solidFill>
                  <a:srgbClr val="0F172A"/>
                </a:solidFill>
              </a:defRPr>
            </a:pPr>
            <a:r>
              <a:t>USV PVT LTD has developed strong expertise in [list specific industries], with a deep understanding of the unique challenges and opportunities within each sector. This expertise enables the company to develop tailored solutions that meet the specific needs of clients operating in these industries.</a:t>
            </a:r>
          </a:p>
        </p:txBody>
      </p:sp>
      <p:sp>
        <p:nvSpPr>
          <p:cNvPr id="5" name="Oval 4"/>
          <p:cNvSpPr/>
          <p:nvPr/>
        </p:nvSpPr>
        <p:spPr>
          <a:xfrm>
            <a:off x="457200" y="368503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630168"/>
            <a:ext cx="3858768" cy="658368"/>
          </a:xfrm>
          <a:prstGeom prst="rect">
            <a:avLst/>
          </a:prstGeom>
          <a:noFill/>
        </p:spPr>
        <p:txBody>
          <a:bodyPr wrap="square">
            <a:spAutoFit/>
          </a:bodyPr>
          <a:lstStyle/>
          <a:p>
            <a:pPr>
              <a:lnSpc>
                <a:spcPct val="130000"/>
              </a:lnSpc>
              <a:defRPr sz="1500">
                <a:solidFill>
                  <a:srgbClr val="0F172A"/>
                </a:solidFill>
              </a:defRPr>
            </a:pPr>
            <a:r>
              <a:t>Automotive industry</a:t>
            </a:r>
          </a:p>
        </p:txBody>
      </p:sp>
      <p:sp>
        <p:nvSpPr>
          <p:cNvPr id="7" name="Oval 6"/>
          <p:cNvSpPr/>
          <p:nvPr/>
        </p:nvSpPr>
        <p:spPr>
          <a:xfrm>
            <a:off x="457200" y="441655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361688"/>
            <a:ext cx="3858768" cy="658368"/>
          </a:xfrm>
          <a:prstGeom prst="rect">
            <a:avLst/>
          </a:prstGeom>
          <a:noFill/>
        </p:spPr>
        <p:txBody>
          <a:bodyPr wrap="square">
            <a:spAutoFit/>
          </a:bodyPr>
          <a:lstStyle/>
          <a:p>
            <a:pPr>
              <a:lnSpc>
                <a:spcPct val="130000"/>
              </a:lnSpc>
              <a:defRPr sz="1500">
                <a:solidFill>
                  <a:srgbClr val="0F172A"/>
                </a:solidFill>
              </a:defRPr>
            </a:pPr>
            <a:r>
              <a:t>Manufacturing sector</a:t>
            </a:r>
          </a:p>
        </p:txBody>
      </p:sp>
      <p:sp>
        <p:nvSpPr>
          <p:cNvPr id="9" name="Oval 8"/>
          <p:cNvSpPr/>
          <p:nvPr/>
        </p:nvSpPr>
        <p:spPr>
          <a:xfrm>
            <a:off x="457200" y="514807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093207"/>
            <a:ext cx="3858768" cy="658368"/>
          </a:xfrm>
          <a:prstGeom prst="rect">
            <a:avLst/>
          </a:prstGeom>
          <a:noFill/>
        </p:spPr>
        <p:txBody>
          <a:bodyPr wrap="square">
            <a:spAutoFit/>
          </a:bodyPr>
          <a:lstStyle/>
          <a:p>
            <a:pPr>
              <a:lnSpc>
                <a:spcPct val="130000"/>
              </a:lnSpc>
              <a:defRPr sz="1500">
                <a:solidFill>
                  <a:srgbClr val="0F172A"/>
                </a:solidFill>
              </a:defRPr>
            </a:pPr>
            <a:r>
              <a:t>Energy and utilities</a:t>
            </a:r>
          </a:p>
        </p:txBody>
      </p:sp>
      <p:sp>
        <p:nvSpPr>
          <p:cNvPr id="11" name="Oval 10"/>
          <p:cNvSpPr/>
          <p:nvPr/>
        </p:nvSpPr>
        <p:spPr>
          <a:xfrm>
            <a:off x="457200" y="587959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824727"/>
            <a:ext cx="3858768" cy="658368"/>
          </a:xfrm>
          <a:prstGeom prst="rect">
            <a:avLst/>
          </a:prstGeom>
          <a:noFill/>
        </p:spPr>
        <p:txBody>
          <a:bodyPr wrap="square">
            <a:spAutoFit/>
          </a:bodyPr>
          <a:lstStyle/>
          <a:p>
            <a:pPr>
              <a:lnSpc>
                <a:spcPct val="130000"/>
              </a:lnSpc>
              <a:defRPr sz="1500">
                <a:solidFill>
                  <a:srgbClr val="0F172A"/>
                </a:solidFill>
              </a:defRPr>
            </a:pPr>
            <a:r>
              <a:t>Aerospace industry</a:t>
            </a:r>
          </a:p>
        </p:txBody>
      </p:sp>
      <p:pic>
        <p:nvPicPr>
          <p:cNvPr id="13" name="Picture 12" descr="unsplash_SLIFI67jv5k.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Quality Management</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9001</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ISO  certification</a:t>
            </a:r>
          </a:p>
        </p:txBody>
      </p:sp>
      <p:sp>
        <p:nvSpPr>
          <p:cNvPr id="8" name="TextBox 7"/>
          <p:cNvSpPr txBox="1"/>
          <p:nvPr/>
        </p:nvSpPr>
        <p:spPr>
          <a:xfrm>
            <a:off x="731520" y="3154680"/>
            <a:ext cx="7680960" cy="640080"/>
          </a:xfrm>
          <a:prstGeom prst="rect">
            <a:avLst/>
          </a:prstGeom>
          <a:noFill/>
        </p:spPr>
        <p:txBody>
          <a:bodyPr wrap="square">
            <a:spAutoFit/>
          </a:bodyPr>
          <a:lstStyle/>
          <a:p>
            <a:pPr>
              <a:lnSpc>
                <a:spcPct val="130000"/>
              </a:lnSpc>
              <a:defRPr sz="1400">
                <a:solidFill>
                  <a:srgbClr val="64748B"/>
                </a:solidFill>
              </a:defRPr>
            </a:pPr>
            <a:r>
              <a:t>At USV PVT LTD, quality is a top priority. The company has implemented rigorous quality control processes to ensure that its products and services meet the highest standards.</a:t>
            </a:r>
          </a:p>
        </p:txBody>
      </p:sp>
      <p:sp>
        <p:nvSpPr>
          <p:cNvPr id="9" name="Oval 8"/>
          <p:cNvSpPr/>
          <p:nvPr/>
        </p:nvSpPr>
        <p:spPr>
          <a:xfrm>
            <a:off x="502920" y="406908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60"/>
            <a:ext cx="7589520" cy="685800"/>
          </a:xfrm>
          <a:prstGeom prst="rect">
            <a:avLst/>
          </a:prstGeom>
          <a:noFill/>
        </p:spPr>
        <p:txBody>
          <a:bodyPr wrap="square">
            <a:spAutoFit/>
          </a:bodyPr>
          <a:lstStyle/>
          <a:p>
            <a:pPr>
              <a:lnSpc>
                <a:spcPct val="130000"/>
              </a:lnSpc>
              <a:defRPr sz="1600">
                <a:solidFill>
                  <a:srgbClr val="0F172A"/>
                </a:solidFill>
              </a:defRPr>
            </a:pPr>
            <a:r>
              <a:t>Rigorous quality control</a:t>
            </a:r>
          </a:p>
        </p:txBody>
      </p:sp>
      <p:sp>
        <p:nvSpPr>
          <p:cNvPr id="11" name="Oval 10"/>
          <p:cNvSpPr/>
          <p:nvPr/>
        </p:nvSpPr>
        <p:spPr>
          <a:xfrm>
            <a:off x="502920" y="48006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54880"/>
            <a:ext cx="7589520" cy="685800"/>
          </a:xfrm>
          <a:prstGeom prst="rect">
            <a:avLst/>
          </a:prstGeom>
          <a:noFill/>
        </p:spPr>
        <p:txBody>
          <a:bodyPr wrap="square">
            <a:spAutoFit/>
          </a:bodyPr>
          <a:lstStyle/>
          <a:p>
            <a:pPr>
              <a:lnSpc>
                <a:spcPct val="130000"/>
              </a:lnSpc>
              <a:defRPr sz="1600">
                <a:solidFill>
                  <a:srgbClr val="0F172A"/>
                </a:solidFill>
              </a:defRPr>
            </a:pPr>
            <a:r>
              <a:t>High-quality products</a:t>
            </a:r>
          </a:p>
        </p:txBody>
      </p:sp>
      <p:sp>
        <p:nvSpPr>
          <p:cNvPr id="13" name="Oval 12"/>
          <p:cNvSpPr/>
          <p:nvPr/>
        </p:nvSpPr>
        <p:spPr>
          <a:xfrm>
            <a:off x="502920" y="55321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486400"/>
            <a:ext cx="7589520" cy="685800"/>
          </a:xfrm>
          <a:prstGeom prst="rect">
            <a:avLst/>
          </a:prstGeom>
          <a:noFill/>
        </p:spPr>
        <p:txBody>
          <a:bodyPr wrap="square">
            <a:spAutoFit/>
          </a:bodyPr>
          <a:lstStyle/>
          <a:p>
            <a:pPr>
              <a:lnSpc>
                <a:spcPct val="130000"/>
              </a:lnSpc>
              <a:defRPr sz="1600">
                <a:solidFill>
                  <a:srgbClr val="0F172A"/>
                </a:solidFill>
              </a:defRPr>
            </a:pPr>
            <a:r>
              <a:t>Customer satisfaction guarantee</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Innovation and R&amp;D</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USV PVT LTD invests heavily in research and development to stay ahead of the curve. The company's innovative approach has led to [list specific innovations], which have been recognized for their impact on the industry.</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Innovative products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Patented technology</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Collaboration with academia</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Industry-leading R&amp;D</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Global Reach</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USV PVT LTD has a global presence, with operations spanning [list specific regions]. The company's international reach enables it to provide clients with localized support and services.</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Global operations</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International partnerships</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Localized support</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Cross-cultural expertise</a:t>
            </a:r>
          </a:p>
        </p:txBody>
      </p:sp>
      <p:pic>
        <p:nvPicPr>
          <p:cNvPr id="13" name="Picture 12" descr="unsplash_KRELIShKxTM.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USV PVT LTD: Overview and Capabilities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Leading provider of solutions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High-quality products and services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Commitment to innovation</a:t>
            </a:r>
          </a:p>
          <a:p>
            <a:pPr>
              <a:lnSpc>
                <a:spcPct val="120000"/>
              </a:lnSpc>
              <a:spcBef>
                <a:spcPts val="600"/>
              </a:spcBef>
              <a:spcAft>
                <a:spcPts val="600"/>
              </a:spcAft>
              <a:defRPr sz="1200">
                <a:solidFill>
                  <a:srgbClr val="0F172A"/>
                </a:solidFill>
              </a:defRPr>
            </a:pPr>
            <a:r>
              <a:t>• Global presence</a:t>
            </a:r>
          </a:p>
          <a:p>
            <a:pPr>
              <a:lnSpc>
                <a:spcPct val="120000"/>
              </a:lnSpc>
              <a:spcBef>
                <a:spcPts val="600"/>
              </a:spcBef>
              <a:spcAft>
                <a:spcPts val="600"/>
              </a:spcAft>
              <a:defRPr sz="1200">
                <a:solidFill>
                  <a:srgbClr val="0F172A"/>
                </a:solidFill>
              </a:defRPr>
            </a:pPr>
            <a:r>
              <a:t>• Trusted industry partner</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Company Background</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Indian-based company</a:t>
            </a:r>
          </a:p>
          <a:p>
            <a:pPr>
              <a:lnSpc>
                <a:spcPct val="120000"/>
              </a:lnSpc>
              <a:spcBef>
                <a:spcPts val="300"/>
              </a:spcBef>
              <a:spcAft>
                <a:spcPts val="300"/>
              </a:spcAft>
              <a:defRPr sz="1100">
                <a:solidFill>
                  <a:srgbClr val="64748B"/>
                </a:solidFill>
              </a:defRPr>
            </a:pPr>
            <a:r>
              <a:t>• Founded in 1999</a:t>
            </a:r>
          </a:p>
          <a:p>
            <a:pPr>
              <a:lnSpc>
                <a:spcPct val="120000"/>
              </a:lnSpc>
              <a:spcBef>
                <a:spcPts val="300"/>
              </a:spcBef>
              <a:spcAft>
                <a:spcPts val="300"/>
              </a:spcAft>
              <a:defRPr sz="1100">
                <a:solidFill>
                  <a:srgbClr val="64748B"/>
                </a:solidFill>
              </a:defRPr>
            </a:pPr>
            <a:r>
              <a:t>• Strong presence in Asia</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Products and Services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Innovative products</a:t>
            </a:r>
          </a:p>
          <a:p>
            <a:pPr>
              <a:lnSpc>
                <a:spcPct val="120000"/>
              </a:lnSpc>
              <a:spcBef>
                <a:spcPts val="300"/>
              </a:spcBef>
              <a:spcAft>
                <a:spcPts val="300"/>
              </a:spcAft>
              <a:defRPr sz="1100">
                <a:solidFill>
                  <a:srgbClr val="64748B"/>
                </a:solidFill>
              </a:defRPr>
            </a:pPr>
            <a:r>
              <a:t>• Expert consulting services</a:t>
            </a:r>
          </a:p>
          <a:p>
            <a:pPr>
              <a:lnSpc>
                <a:spcPct val="120000"/>
              </a:lnSpc>
              <a:spcBef>
                <a:spcPts val="300"/>
              </a:spcBef>
              <a:spcAft>
                <a:spcPts val="300"/>
              </a:spcAft>
              <a:defRPr sz="1100">
                <a:solidFill>
                  <a:srgbClr val="64748B"/>
                </a:solidFill>
              </a:defRPr>
            </a:pPr>
            <a:r>
              <a:t>• Quality and reliability</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Industrial Expertise</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Automotive industry</a:t>
            </a:r>
          </a:p>
          <a:p>
            <a:pPr>
              <a:lnSpc>
                <a:spcPct val="120000"/>
              </a:lnSpc>
              <a:spcBef>
                <a:spcPts val="300"/>
              </a:spcBef>
              <a:spcAft>
                <a:spcPts val="300"/>
              </a:spcAft>
              <a:defRPr sz="1100">
                <a:solidFill>
                  <a:srgbClr val="64748B"/>
                </a:solidFill>
              </a:defRPr>
            </a:pPr>
            <a:r>
              <a:t>• Manufacturing sector</a:t>
            </a:r>
          </a:p>
          <a:p>
            <a:pPr>
              <a:lnSpc>
                <a:spcPct val="120000"/>
              </a:lnSpc>
              <a:spcBef>
                <a:spcPts val="300"/>
              </a:spcBef>
              <a:spcAft>
                <a:spcPts val="300"/>
              </a:spcAft>
              <a:defRPr sz="1100">
                <a:solidFill>
                  <a:srgbClr val="64748B"/>
                </a:solidFill>
              </a:defRPr>
            </a:pPr>
            <a:r>
              <a:t>• Energy and utilities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Company Background</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Products and Services</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Industrial Expertise</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Quality Management</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Innovation and R&amp;D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