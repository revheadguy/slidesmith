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Market Share (%)</c:v>
                </c:pt>
              </c:strCache>
            </c:strRef>
          </c:tx>
          <c:cat>
            <c:strRef>
              <c:f>Sheet1!$A$2:$A$6</c:f>
              <c:strCache>
                <c:ptCount val="5"/>
                <c:pt idx="0">
                  <c:v>Oracle</c:v>
                </c:pt>
                <c:pt idx="1">
                  <c:v>SQL Server</c:v>
                </c:pt>
                <c:pt idx="2">
                  <c:v>PostgreSQL</c:v>
                </c:pt>
                <c:pt idx="3">
                  <c:v>MySQL</c:v>
                </c:pt>
                <c:pt idx="4">
                  <c:v>MariaDB</c:v>
                </c:pt>
              </c:strCache>
            </c:strRef>
          </c:cat>
          <c:val>
            <c:numRef>
              <c:f>Sheet1!$B$2:$B$6</c:f>
              <c:numCache>
                <c:formatCode>General</c:formatCode>
                <c:ptCount val="5"/>
                <c:pt idx="0">
                  <c:v>35</c:v>
                </c:pt>
                <c:pt idx="1">
                  <c:v>28</c:v>
                </c:pt>
                <c:pt idx="2">
                  <c:v>15</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Wireless Communication for 5G: Enabling Next-Generation Networks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5G Wireless Communication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the world becomes increasingly connected, the need for faster and more reliable wireless communication has never been greater. The fifth generation (5G) of wireless technology promises to revolutionize the way we communicate, enabling seamless connectivity across a wide range of devices and applications. In this presentation, we'll explore the key features and benefits of 5G wireless communication.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Overview of 5G wireless technology</a:t>
            </a:r>
          </a:p>
          <a:p>
            <a:pPr>
              <a:lnSpc>
                <a:spcPct val="120000"/>
              </a:lnSpc>
              <a:spcBef>
                <a:spcPts val="300"/>
              </a:spcBef>
              <a:spcAft>
                <a:spcPts val="300"/>
              </a:spcAft>
              <a:defRPr sz="1600">
                <a:solidFill>
                  <a:srgbClr val="0F172A"/>
                </a:solidFill>
              </a:defRPr>
            </a:pPr>
            <a:r>
              <a:t>• Key differences between 4G and 5G</a:t>
            </a:r>
          </a:p>
          <a:p>
            <a:pPr>
              <a:lnSpc>
                <a:spcPct val="120000"/>
              </a:lnSpc>
              <a:spcBef>
                <a:spcPts val="300"/>
              </a:spcBef>
              <a:spcAft>
                <a:spcPts val="300"/>
              </a:spcAft>
              <a:defRPr sz="1600">
                <a:solidFill>
                  <a:srgbClr val="0F172A"/>
                </a:solidFill>
              </a:defRPr>
            </a:pPr>
            <a:r>
              <a:t>• Benefits of 5G for consumers and businesses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Millimeter Wave (mmWave) Technology</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One of the key technologies enabling 5G is millimeter wave (mmWave) technology, which operates at frequencies above 24 GHz. mmWave offers significantly higher bandwidth and lower latency than traditional wireless systems, making it ideal for applications that require high-speed data transfer.</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Advantages of mmWave technology</a:t>
            </a:r>
          </a:p>
          <a:p>
            <a:pPr>
              <a:lnSpc>
                <a:spcPct val="115000"/>
              </a:lnSpc>
              <a:spcBef>
                <a:spcPts val="200"/>
              </a:spcBef>
              <a:spcAft>
                <a:spcPts val="200"/>
              </a:spcAft>
              <a:defRPr sz="1500">
                <a:solidFill>
                  <a:srgbClr val="0F172A"/>
                </a:solidFill>
              </a:defRPr>
            </a:pPr>
            <a:r>
              <a:t>• Challenges of implementing mmWave networks</a:t>
            </a:r>
          </a:p>
          <a:p>
            <a:pPr>
              <a:lnSpc>
                <a:spcPct val="115000"/>
              </a:lnSpc>
              <a:spcBef>
                <a:spcPts val="200"/>
              </a:spcBef>
              <a:spcAft>
                <a:spcPts val="200"/>
              </a:spcAft>
              <a:defRPr sz="1500">
                <a:solidFill>
                  <a:srgbClr val="0F172A"/>
                </a:solidFill>
              </a:defRPr>
            </a:pPr>
            <a:r>
              <a:t>• Applications of mmWave technology in 5G</a:t>
            </a:r>
          </a:p>
        </p:txBody>
      </p:sp>
      <p:pic>
        <p:nvPicPr>
          <p:cNvPr id="5" name="Picture 4" descr="picsum_slide_2_seed_663.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Massive MIMO (mMIMO) Technology</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Massive MIMO (mMIMO) is another crucial technology for 5G wireless communication. mMIMO uses a large number of antennas to significantly increase the capacity and reliability of wireless networks, enabling better performance in areas with high user density.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How mMIMO works</a:t>
            </a:r>
          </a:p>
          <a:p>
            <a:pPr>
              <a:lnSpc>
                <a:spcPct val="120000"/>
              </a:lnSpc>
              <a:spcBef>
                <a:spcPts val="300"/>
              </a:spcBef>
              <a:spcAft>
                <a:spcPts val="300"/>
              </a:spcAft>
              <a:defRPr sz="1600">
                <a:solidFill>
                  <a:srgbClr val="0F172A"/>
                </a:solidFill>
              </a:defRPr>
            </a:pPr>
            <a:r>
              <a:t>• Benefits of mMIMO for 5G networks</a:t>
            </a:r>
          </a:p>
          <a:p>
            <a:pPr>
              <a:lnSpc>
                <a:spcPct val="120000"/>
              </a:lnSpc>
              <a:spcBef>
                <a:spcPts val="300"/>
              </a:spcBef>
              <a:spcAft>
                <a:spcPts val="300"/>
              </a:spcAft>
              <a:defRPr sz="1600">
                <a:solidFill>
                  <a:srgbClr val="0F172A"/>
                </a:solidFill>
              </a:defRPr>
            </a:pPr>
            <a:r>
              <a:t>• Challenges of implementing mMIMO technology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Network Slicing and Orchestration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As the number of connected devices continues to grow, network slicing and orchestration become increasingly important for managing and optimizing 5G networks. This allows multiple services to be delivered over a single shared infrastructure, improving efficiency and reducing costs.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What is network slicing?</a:t>
            </a:r>
          </a:p>
          <a:p>
            <a:pPr>
              <a:lnSpc>
                <a:spcPct val="120000"/>
              </a:lnSpc>
              <a:spcBef>
                <a:spcPts val="300"/>
              </a:spcBef>
              <a:spcAft>
                <a:spcPts val="300"/>
              </a:spcAft>
              <a:defRPr sz="1600">
                <a:solidFill>
                  <a:srgbClr val="0F172A"/>
                </a:solidFill>
              </a:defRPr>
            </a:pPr>
            <a:r>
              <a:t>• Benefits of network slicing</a:t>
            </a:r>
          </a:p>
          <a:p>
            <a:pPr>
              <a:lnSpc>
                <a:spcPct val="120000"/>
              </a:lnSpc>
              <a:spcBef>
                <a:spcPts val="300"/>
              </a:spcBef>
              <a:spcAft>
                <a:spcPts val="300"/>
              </a:spcAft>
              <a:defRPr sz="1600">
                <a:solidFill>
                  <a:srgbClr val="0F172A"/>
                </a:solidFill>
              </a:defRPr>
            </a:pPr>
            <a:r>
              <a:t>• Challenges of implementing network slicing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Edge Computing and IoT (Internet of Things)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The increasing adoption of IoT devices and the need for low-latency processing are driving the development of edge computing, which enables data processing at the edge of the network. This reduces latency and improves overall system performance.</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What is edge computing?</a:t>
            </a:r>
          </a:p>
          <a:p>
            <a:pPr>
              <a:lnSpc>
                <a:spcPct val="115000"/>
              </a:lnSpc>
              <a:spcBef>
                <a:spcPts val="200"/>
              </a:spcBef>
              <a:spcAft>
                <a:spcPts val="200"/>
              </a:spcAft>
              <a:defRPr sz="1500">
                <a:solidFill>
                  <a:srgbClr val="0F172A"/>
                </a:solidFill>
              </a:defRPr>
            </a:pPr>
            <a:r>
              <a:t>• Benefits of edge computing</a:t>
            </a:r>
          </a:p>
          <a:p>
            <a:pPr>
              <a:lnSpc>
                <a:spcPct val="115000"/>
              </a:lnSpc>
              <a:spcBef>
                <a:spcPts val="200"/>
              </a:spcBef>
              <a:spcAft>
                <a:spcPts val="200"/>
              </a:spcAft>
              <a:defRPr sz="1500">
                <a:solidFill>
                  <a:srgbClr val="0F172A"/>
                </a:solidFill>
              </a:defRPr>
            </a:pPr>
            <a:r>
              <a:t>• Applications of edge computing in 5G</a:t>
            </a:r>
          </a:p>
        </p:txBody>
      </p:sp>
      <p:pic>
        <p:nvPicPr>
          <p:cNvPr id="5" name="Picture 4" descr="picsum_slide_5_seed_450.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The Future of Wireless Communication - Market Share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5G Wireless Communication</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Network Slicing and Orchestration</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The Future of Wireless Communication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5G Wireless Communication</a:t>
            </a:r>
          </a:p>
          <a:p>
            <a:pPr>
              <a:spcBef>
                <a:spcPts val="800"/>
              </a:spcBef>
              <a:spcAft>
                <a:spcPts val="800"/>
              </a:spcAft>
              <a:defRPr sz="2000">
                <a:solidFill>
                  <a:srgbClr val="F59E0B"/>
                </a:solidFill>
              </a:defRPr>
            </a:pPr>
            <a:r>
              <a:t>✓ Millimeter Wave (mmWave) Technology</a:t>
            </a:r>
          </a:p>
          <a:p>
            <a:pPr>
              <a:spcBef>
                <a:spcPts val="800"/>
              </a:spcBef>
              <a:spcAft>
                <a:spcPts val="800"/>
              </a:spcAft>
              <a:defRPr sz="2000">
                <a:solidFill>
                  <a:srgbClr val="F59E0B"/>
                </a:solidFill>
              </a:defRPr>
            </a:pPr>
            <a:r>
              <a:t>✓ Massive MIMO (mMIMO) Technology</a:t>
            </a:r>
          </a:p>
          <a:p>
            <a:pPr>
              <a:spcBef>
                <a:spcPts val="800"/>
              </a:spcBef>
              <a:spcAft>
                <a:spcPts val="800"/>
              </a:spcAft>
              <a:defRPr sz="2000">
                <a:solidFill>
                  <a:srgbClr val="F59E0B"/>
                </a:solidFill>
              </a:defRPr>
            </a:pPr>
            <a:r>
              <a:t>✓ Network Slicing and Orchestration</a:t>
            </a:r>
          </a:p>
          <a:p>
            <a:pPr>
              <a:spcBef>
                <a:spcPts val="800"/>
              </a:spcBef>
              <a:spcAft>
                <a:spcPts val="800"/>
              </a:spcAft>
              <a:defRPr sz="2000">
                <a:solidFill>
                  <a:srgbClr val="F59E0B"/>
                </a:solidFill>
              </a:defRPr>
            </a:pPr>
            <a:r>
              <a:t>✓ Edge Computing and IoT (Internet of Things)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