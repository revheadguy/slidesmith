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YipitData: Unlocking Data Insights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What is YipitData?</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YipitData is a leading data intelligence platform that helps businesses make informed decisions by providing real-time insights and analytics. With YipitData, users can easily access and analyze large datasets to gain a competitive edge in their respective industries. The platform offers a user-friendly interface, robust data visualization capabilities, and advanced analytics tools to help organizations streamline their operations and drive growth.</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Real-time data insights</a:t>
            </a:r>
          </a:p>
          <a:p>
            <a:pPr>
              <a:lnSpc>
                <a:spcPct val="120000"/>
              </a:lnSpc>
              <a:spcBef>
                <a:spcPts val="300"/>
              </a:spcBef>
              <a:spcAft>
                <a:spcPts val="300"/>
              </a:spcAft>
              <a:defRPr sz="1600">
                <a:solidFill>
                  <a:srgbClr val="0F172A"/>
                </a:solidFill>
              </a:defRPr>
            </a:pPr>
            <a:r>
              <a:t>• Robust data visualization</a:t>
            </a:r>
          </a:p>
          <a:p>
            <a:pPr>
              <a:lnSpc>
                <a:spcPct val="120000"/>
              </a:lnSpc>
              <a:spcBef>
                <a:spcPts val="300"/>
              </a:spcBef>
              <a:spcAft>
                <a:spcPts val="300"/>
              </a:spcAft>
              <a:defRPr sz="1600">
                <a:solidFill>
                  <a:srgbClr val="0F172A"/>
                </a:solidFill>
              </a:defRPr>
            </a:pPr>
            <a:r>
              <a:t>• Advanced analytics tools</a:t>
            </a:r>
          </a:p>
          <a:p>
            <a:pPr>
              <a:lnSpc>
                <a:spcPct val="120000"/>
              </a:lnSpc>
              <a:spcBef>
                <a:spcPts val="300"/>
              </a:spcBef>
              <a:spcAft>
                <a:spcPts val="300"/>
              </a:spcAft>
              <a:defRPr sz="1600">
                <a:solidFill>
                  <a:srgbClr val="0F172A"/>
                </a:solidFill>
              </a:defRPr>
            </a:pPr>
            <a:r>
              <a:t>• User-friendly interface</a:t>
            </a:r>
          </a:p>
          <a:p>
            <a:pPr>
              <a:lnSpc>
                <a:spcPct val="120000"/>
              </a:lnSpc>
              <a:spcBef>
                <a:spcPts val="300"/>
              </a:spcBef>
              <a:spcAft>
                <a:spcPts val="300"/>
              </a:spcAft>
              <a:defRPr sz="1600">
                <a:solidFill>
                  <a:srgbClr val="0F172A"/>
                </a:solidFill>
              </a:defRPr>
            </a:pPr>
            <a:r>
              <a:t>• Competitive advantage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Key Features of YipitData</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YipitData offers a range of key features that make it an ideal platform for businesses seeking to unlock the power of data. These features include real-time data streaming, advanced data analytics, customizable dashboards, and seamless integration with popular data sources. With YipitData, users can easily collect, process, and analyze large datasets to gain valuable insights and drive business decisions.</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Real-time data streaming</a:t>
            </a:r>
          </a:p>
          <a:p>
            <a:pPr>
              <a:lnSpc>
                <a:spcPct val="115000"/>
              </a:lnSpc>
              <a:spcBef>
                <a:spcPts val="200"/>
              </a:spcBef>
              <a:spcAft>
                <a:spcPts val="200"/>
              </a:spcAft>
              <a:defRPr sz="1500">
                <a:solidFill>
                  <a:srgbClr val="0F172A"/>
                </a:solidFill>
              </a:defRPr>
            </a:pPr>
            <a:r>
              <a:t>• Advanced data analytics</a:t>
            </a:r>
          </a:p>
          <a:p>
            <a:pPr>
              <a:lnSpc>
                <a:spcPct val="115000"/>
              </a:lnSpc>
              <a:spcBef>
                <a:spcPts val="200"/>
              </a:spcBef>
              <a:spcAft>
                <a:spcPts val="200"/>
              </a:spcAft>
              <a:defRPr sz="1500">
                <a:solidFill>
                  <a:srgbClr val="0F172A"/>
                </a:solidFill>
              </a:defRPr>
            </a:pPr>
            <a:r>
              <a:t>• Customizable dashboards</a:t>
            </a:r>
          </a:p>
          <a:p>
            <a:pPr>
              <a:lnSpc>
                <a:spcPct val="115000"/>
              </a:lnSpc>
              <a:spcBef>
                <a:spcPts val="200"/>
              </a:spcBef>
              <a:spcAft>
                <a:spcPts val="200"/>
              </a:spcAft>
              <a:defRPr sz="1500">
                <a:solidFill>
                  <a:srgbClr val="0F172A"/>
                </a:solidFill>
              </a:defRPr>
            </a:pPr>
            <a:r>
              <a:t>• Seamless integration</a:t>
            </a:r>
          </a:p>
          <a:p>
            <a:pPr>
              <a:lnSpc>
                <a:spcPct val="115000"/>
              </a:lnSpc>
              <a:spcBef>
                <a:spcPts val="200"/>
              </a:spcBef>
              <a:spcAft>
                <a:spcPts val="200"/>
              </a:spcAft>
              <a:defRPr sz="1500">
                <a:solidFill>
                  <a:srgbClr val="0F172A"/>
                </a:solidFill>
              </a:defRPr>
            </a:pPr>
            <a:r>
              <a:t>• Large dataset analysis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Benefits of Using YipitData</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By leveraging the power of YipitData, businesses can gain a range of benefits that help them drive growth and improve operations. These benefits include improved decision-making, enhanced customer insights, increased operational efficiency, and access to valuable market trends. With YipitData, users can stay ahead of the competition and make informed decisions to drive their business forward.</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Improved decision-making</a:t>
            </a:r>
          </a:p>
          <a:p>
            <a:pPr>
              <a:lnSpc>
                <a:spcPct val="120000"/>
              </a:lnSpc>
              <a:spcBef>
                <a:spcPts val="300"/>
              </a:spcBef>
              <a:spcAft>
                <a:spcPts val="300"/>
              </a:spcAft>
              <a:defRPr sz="1600">
                <a:solidFill>
                  <a:srgbClr val="0F172A"/>
                </a:solidFill>
              </a:defRPr>
            </a:pPr>
            <a:r>
              <a:t>• Enhanced customer insights</a:t>
            </a:r>
          </a:p>
          <a:p>
            <a:pPr>
              <a:lnSpc>
                <a:spcPct val="120000"/>
              </a:lnSpc>
              <a:spcBef>
                <a:spcPts val="300"/>
              </a:spcBef>
              <a:spcAft>
                <a:spcPts val="300"/>
              </a:spcAft>
              <a:defRPr sz="1600">
                <a:solidFill>
                  <a:srgbClr val="0F172A"/>
                </a:solidFill>
              </a:defRPr>
            </a:pPr>
            <a:r>
              <a:t>• Increased operational efficiency</a:t>
            </a:r>
          </a:p>
          <a:p>
            <a:pPr>
              <a:lnSpc>
                <a:spcPct val="120000"/>
              </a:lnSpc>
              <a:spcBef>
                <a:spcPts val="300"/>
              </a:spcBef>
              <a:spcAft>
                <a:spcPts val="300"/>
              </a:spcAft>
              <a:defRPr sz="1600">
                <a:solidFill>
                  <a:srgbClr val="0F172A"/>
                </a:solidFill>
              </a:defRPr>
            </a:pPr>
            <a:r>
              <a:t>• Access to market trends</a:t>
            </a:r>
          </a:p>
          <a:p>
            <a:pPr>
              <a:lnSpc>
                <a:spcPct val="120000"/>
              </a:lnSpc>
              <a:spcBef>
                <a:spcPts val="300"/>
              </a:spcBef>
              <a:spcAft>
                <a:spcPts val="300"/>
              </a:spcAft>
              <a:defRPr sz="1600">
                <a:solidFill>
                  <a:srgbClr val="0F172A"/>
                </a:solidFill>
              </a:defRPr>
            </a:pPr>
            <a:r>
              <a:t>• Competitive advantage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Use Cases for YipitData</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YipitData is a versatile platform that can be used across various industries and applications. Some of the key use cases include business intelligence, market research, customer analytics, supply chain optimization, and predictive modeling. With YipitData, users can gain valuable insights and drive business decisions in these areas.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Business intelligence</a:t>
            </a:r>
          </a:p>
          <a:p>
            <a:pPr>
              <a:lnSpc>
                <a:spcPct val="120000"/>
              </a:lnSpc>
              <a:spcBef>
                <a:spcPts val="300"/>
              </a:spcBef>
              <a:spcAft>
                <a:spcPts val="300"/>
              </a:spcAft>
              <a:defRPr sz="1600">
                <a:solidFill>
                  <a:srgbClr val="0F172A"/>
                </a:solidFill>
              </a:defRPr>
            </a:pPr>
            <a:r>
              <a:t>• Market research</a:t>
            </a:r>
          </a:p>
          <a:p>
            <a:pPr>
              <a:lnSpc>
                <a:spcPct val="120000"/>
              </a:lnSpc>
              <a:spcBef>
                <a:spcPts val="300"/>
              </a:spcBef>
              <a:spcAft>
                <a:spcPts val="300"/>
              </a:spcAft>
              <a:defRPr sz="1600">
                <a:solidFill>
                  <a:srgbClr val="0F172A"/>
                </a:solidFill>
              </a:defRPr>
            </a:pPr>
            <a:r>
              <a:t>• Customer analytics</a:t>
            </a:r>
          </a:p>
          <a:p>
            <a:pPr>
              <a:lnSpc>
                <a:spcPct val="120000"/>
              </a:lnSpc>
              <a:spcBef>
                <a:spcPts val="300"/>
              </a:spcBef>
              <a:spcAft>
                <a:spcPts val="300"/>
              </a:spcAft>
              <a:defRPr sz="1600">
                <a:solidFill>
                  <a:srgbClr val="0F172A"/>
                </a:solidFill>
              </a:defRPr>
            </a:pPr>
            <a:r>
              <a:t>• Supply chain optimization</a:t>
            </a:r>
          </a:p>
          <a:p>
            <a:pPr>
              <a:lnSpc>
                <a:spcPct val="120000"/>
              </a:lnSpc>
              <a:spcBef>
                <a:spcPts val="300"/>
              </a:spcBef>
              <a:spcAft>
                <a:spcPts val="300"/>
              </a:spcAft>
              <a:defRPr sz="1600">
                <a:solidFill>
                  <a:srgbClr val="0F172A"/>
                </a:solidFill>
              </a:defRPr>
            </a:pPr>
            <a:r>
              <a:t>• Predictive modeling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How YipitData Works</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YipitData works by providing users with a range of data sources, including real-time streaming and historical datasets. The platform offers advanced analytics tools to help users analyze and visualize their data, allowing them to gain valuable insights and drive business decisions. With YipitData, users can easily collect, process, and analyze large datasets to unlock the power of data.</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Real-time data streaming</a:t>
            </a:r>
          </a:p>
          <a:p>
            <a:pPr>
              <a:lnSpc>
                <a:spcPct val="115000"/>
              </a:lnSpc>
              <a:spcBef>
                <a:spcPts val="200"/>
              </a:spcBef>
              <a:spcAft>
                <a:spcPts val="200"/>
              </a:spcAft>
              <a:defRPr sz="1500">
                <a:solidFill>
                  <a:srgbClr val="0F172A"/>
                </a:solidFill>
              </a:defRPr>
            </a:pPr>
            <a:r>
              <a:t>• Historical datasets</a:t>
            </a:r>
          </a:p>
          <a:p>
            <a:pPr>
              <a:lnSpc>
                <a:spcPct val="115000"/>
              </a:lnSpc>
              <a:spcBef>
                <a:spcPts val="200"/>
              </a:spcBef>
              <a:spcAft>
                <a:spcPts val="200"/>
              </a:spcAft>
              <a:defRPr sz="1500">
                <a:solidFill>
                  <a:srgbClr val="0F172A"/>
                </a:solidFill>
              </a:defRPr>
            </a:pPr>
            <a:r>
              <a:t>• Advanced analytics tools</a:t>
            </a:r>
          </a:p>
          <a:p>
            <a:pPr>
              <a:lnSpc>
                <a:spcPct val="115000"/>
              </a:lnSpc>
              <a:spcBef>
                <a:spcPts val="200"/>
              </a:spcBef>
              <a:spcAft>
                <a:spcPts val="200"/>
              </a:spcAft>
              <a:defRPr sz="1500">
                <a:solidFill>
                  <a:srgbClr val="0F172A"/>
                </a:solidFill>
              </a:defRPr>
            </a:pPr>
            <a:r>
              <a:t>• Data visualization</a:t>
            </a:r>
          </a:p>
          <a:p>
            <a:pPr>
              <a:lnSpc>
                <a:spcPct val="115000"/>
              </a:lnSpc>
              <a:spcBef>
                <a:spcPts val="200"/>
              </a:spcBef>
              <a:spcAft>
                <a:spcPts val="200"/>
              </a:spcAft>
              <a:defRPr sz="1500">
                <a:solidFill>
                  <a:srgbClr val="0F172A"/>
                </a:solidFill>
              </a:defRPr>
            </a:pPr>
            <a:r>
              <a:t>• Large dataset analysis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ctr">
              <a:defRPr sz="3200" b="1">
                <a:solidFill>
                  <a:srgbClr val="1E40AF"/>
                </a:solidFill>
              </a:defRPr>
            </a:pPr>
            <a:r>
              <a:t>Conclusion</a:t>
            </a:r>
          </a:p>
        </p:txBody>
      </p:sp>
      <p:sp>
        <p:nvSpPr>
          <p:cNvPr id="4" name="Rectangle 3"/>
          <p:cNvSpPr/>
          <p:nvPr/>
        </p:nvSpPr>
        <p:spPr>
          <a:xfrm>
            <a:off x="32004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88720"/>
            <a:ext cx="2560320" cy="548640"/>
          </a:xfrm>
          <a:prstGeom prst="rect">
            <a:avLst/>
          </a:prstGeom>
          <a:noFill/>
        </p:spPr>
        <p:txBody>
          <a:bodyPr wrap="square">
            <a:spAutoFit/>
          </a:bodyPr>
          <a:lstStyle/>
          <a:p>
            <a:pPr algn="ctr">
              <a:defRPr sz="1400" b="1">
                <a:solidFill>
                  <a:srgbClr val="F59E0B"/>
                </a:solidFill>
              </a:defRPr>
            </a:pPr>
            <a:r>
              <a:t>What We</a:t>
            </a:r>
            <a:br/>
            <a:r>
              <a:t>Learned</a:t>
            </a:r>
          </a:p>
        </p:txBody>
      </p:sp>
      <p:sp>
        <p:nvSpPr>
          <p:cNvPr id="7" name="TextBox 6"/>
          <p:cNvSpPr txBox="1"/>
          <p:nvPr/>
        </p:nvSpPr>
        <p:spPr>
          <a:xfrm>
            <a:off x="8229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Unlocking data insights</a:t>
            </a:r>
          </a:p>
        </p:txBody>
      </p:sp>
      <p:sp>
        <p:nvSpPr>
          <p:cNvPr id="8" name="TextBox 7"/>
          <p:cNvSpPr txBox="1"/>
          <p:nvPr/>
        </p:nvSpPr>
        <p:spPr>
          <a:xfrm>
            <a:off x="3474720" y="1188720"/>
            <a:ext cx="2560320" cy="548640"/>
          </a:xfrm>
          <a:prstGeom prst="rect">
            <a:avLst/>
          </a:prstGeom>
          <a:noFill/>
        </p:spPr>
        <p:txBody>
          <a:bodyPr wrap="square">
            <a:spAutoFit/>
          </a:bodyPr>
          <a:lstStyle/>
          <a:p>
            <a:pPr algn="ctr">
              <a:defRPr sz="1400" b="1">
                <a:solidFill>
                  <a:srgbClr val="F59E0B"/>
                </a:solidFill>
              </a:defRPr>
            </a:pPr>
            <a:r>
              <a:t>Key</a:t>
            </a:r>
            <a:br/>
            <a:r>
              <a:t>Actions</a:t>
            </a:r>
          </a:p>
        </p:txBody>
      </p:sp>
      <p:sp>
        <p:nvSpPr>
          <p:cNvPr id="9" name="TextBox 8"/>
          <p:cNvSpPr txBox="1"/>
          <p:nvPr/>
        </p:nvSpPr>
        <p:spPr>
          <a:xfrm>
            <a:off x="35661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Driving business growth</a:t>
            </a:r>
          </a:p>
        </p:txBody>
      </p:sp>
      <p:sp>
        <p:nvSpPr>
          <p:cNvPr id="10" name="TextBox 9"/>
          <p:cNvSpPr txBox="1"/>
          <p:nvPr/>
        </p:nvSpPr>
        <p:spPr>
          <a:xfrm>
            <a:off x="6217920" y="1188720"/>
            <a:ext cx="2560320" cy="548640"/>
          </a:xfrm>
          <a:prstGeom prst="rect">
            <a:avLst/>
          </a:prstGeom>
          <a:noFill/>
        </p:spPr>
        <p:txBody>
          <a:bodyPr wrap="square">
            <a:spAutoFit/>
          </a:bodyPr>
          <a:lstStyle/>
          <a:p>
            <a:pPr algn="ctr">
              <a:defRPr sz="1400" b="1">
                <a:solidFill>
                  <a:srgbClr val="F59E0B"/>
                </a:solidFill>
              </a:defRPr>
            </a:pPr>
            <a:r>
              <a:t>What's</a:t>
            </a:r>
            <a:br/>
            <a:r>
              <a:t>Next</a:t>
            </a:r>
          </a:p>
        </p:txBody>
      </p:sp>
      <p:sp>
        <p:nvSpPr>
          <p:cNvPr id="11" name="TextBox 10"/>
          <p:cNvSpPr txBox="1"/>
          <p:nvPr/>
        </p:nvSpPr>
        <p:spPr>
          <a:xfrm>
            <a:off x="6309359"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Improving operations</a:t>
            </a:r>
          </a:p>
          <a:p>
            <a:pPr>
              <a:lnSpc>
                <a:spcPct val="120000"/>
              </a:lnSpc>
              <a:spcBef>
                <a:spcPts val="600"/>
              </a:spcBef>
              <a:spcAft>
                <a:spcPts val="600"/>
              </a:spcAft>
              <a:defRPr sz="1200">
                <a:solidFill>
                  <a:srgbClr val="0F172A"/>
                </a:solidFill>
              </a:defRPr>
            </a:pPr>
            <a:r>
              <a:t>• Competitive advantage</a:t>
            </a:r>
          </a:p>
          <a:p>
            <a:pPr>
              <a:lnSpc>
                <a:spcPct val="120000"/>
              </a:lnSpc>
              <a:spcBef>
                <a:spcPts val="600"/>
              </a:spcBef>
              <a:spcAft>
                <a:spcPts val="600"/>
              </a:spcAft>
              <a:defRPr sz="1200">
                <a:solidFill>
                  <a:srgbClr val="0F172A"/>
                </a:solidFill>
              </a:defRPr>
            </a:pPr>
            <a:r>
              <a:t>• Valuable market trends</a:t>
            </a:r>
          </a:p>
        </p:txBody>
      </p:sp>
      <p:sp>
        <p:nvSpPr>
          <p:cNvPr id="12" name="Rectangle 11"/>
          <p:cNvSpPr/>
          <p:nvPr/>
        </p:nvSpPr>
        <p:spPr>
          <a:xfrm>
            <a:off x="457200" y="5120640"/>
            <a:ext cx="822960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5303520"/>
            <a:ext cx="8229600" cy="457200"/>
          </a:xfrm>
          <a:prstGeom prst="rect">
            <a:avLst/>
          </a:prstGeom>
          <a:noFill/>
        </p:spPr>
        <p:txBody>
          <a:bodyPr wrap="none">
            <a:spAutoFit/>
          </a:bodyPr>
          <a:lstStyle/>
          <a:p>
            <a:pPr algn="ctr">
              <a:defRPr sz="1100">
                <a:solidFill>
                  <a:srgbClr val="64748B"/>
                </a:solidFill>
              </a:defRPr>
            </a:pPr>
            <a:r>
              <a:t>Thank you for your attention | Questions?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What is YipitData?</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Real-time data insights</a:t>
            </a:r>
            <a:br/>
            <a:r>
              <a:t>Robust data visualization</a:t>
            </a:r>
            <a:br/>
            <a:r>
              <a:t>Advanced analytics tools</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Key Features of YipitData</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Real-time data streaming</a:t>
            </a:r>
            <a:br/>
            <a:r>
              <a:t>Advanced data analytics</a:t>
            </a:r>
            <a:br/>
            <a:r>
              <a:t>Customizable dashboards</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Benefits of Using YipitData</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Improved decision-making</a:t>
            </a:r>
            <a:br/>
            <a:r>
              <a:t>Enhanced customer insights</a:t>
            </a:r>
            <a:br/>
            <a:r>
              <a:t>Increased operational efficiency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What is YipitData?</a:t>
            </a:r>
          </a:p>
          <a:p>
            <a:pPr>
              <a:spcBef>
                <a:spcPts val="800"/>
              </a:spcBef>
              <a:spcAft>
                <a:spcPts val="800"/>
              </a:spcAft>
              <a:defRPr sz="2000">
                <a:solidFill>
                  <a:srgbClr val="F59E0B"/>
                </a:solidFill>
              </a:defRPr>
            </a:pPr>
            <a:r>
              <a:t>✓ Key Features of YipitData</a:t>
            </a:r>
          </a:p>
          <a:p>
            <a:pPr>
              <a:spcBef>
                <a:spcPts val="800"/>
              </a:spcBef>
              <a:spcAft>
                <a:spcPts val="800"/>
              </a:spcAft>
              <a:defRPr sz="2000">
                <a:solidFill>
                  <a:srgbClr val="F59E0B"/>
                </a:solidFill>
              </a:defRPr>
            </a:pPr>
            <a:r>
              <a:t>✓ Benefits of Using YipitData</a:t>
            </a:r>
          </a:p>
          <a:p>
            <a:pPr>
              <a:spcBef>
                <a:spcPts val="800"/>
              </a:spcBef>
              <a:spcAft>
                <a:spcPts val="800"/>
              </a:spcAft>
              <a:defRPr sz="2000">
                <a:solidFill>
                  <a:srgbClr val="F59E0B"/>
                </a:solidFill>
              </a:defRPr>
            </a:pPr>
            <a:r>
              <a:t>✓ Use Cases for YipitData</a:t>
            </a:r>
          </a:p>
          <a:p>
            <a:pPr>
              <a:spcBef>
                <a:spcPts val="800"/>
              </a:spcBef>
              <a:spcAft>
                <a:spcPts val="800"/>
              </a:spcAft>
              <a:defRPr sz="2000">
                <a:solidFill>
                  <a:srgbClr val="F59E0B"/>
                </a:solidFill>
              </a:defRPr>
            </a:pPr>
            <a:r>
              <a:t>✓ How YipitData Works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