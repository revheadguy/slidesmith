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10000"/>
              </a:lnSpc>
              <a:defRPr sz="4000" b="1">
                <a:solidFill>
                  <a:srgbClr val="FFFFFF"/>
                </a:solidFill>
              </a:defRPr>
            </a:pPr>
            <a:r>
              <a:t>Generat the ppt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Slide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Key point 1</a:t>
            </a:r>
            <a:br/>
            <a:r>
              <a:t>Key point 2</a:t>
            </a:r>
            <a:br/>
            <a:r>
              <a:t>Key point 3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51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Slide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51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Key point 1</a:t>
            </a:r>
            <a:br/>
            <a:r>
              <a:t>Key point 2</a:t>
            </a:r>
            <a:br/>
            <a:r>
              <a:t>Key point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88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59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Slide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9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Key point 1</a:t>
            </a:r>
            <a:br/>
            <a:r>
              <a:t>Key point 2</a:t>
            </a:r>
            <a:br/>
            <a:r>
              <a:t>Key point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4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