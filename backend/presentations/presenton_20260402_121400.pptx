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Jaypee University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Generated Presentation for Jaypee University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the presentation outline in JSON format:</a:t>
            </a:r>
            <a:br/>
            <a:br/>
            <a:r>
              <a:t>{</a:t>
            </a:r>
            <a:br/>
            <a:r>
              <a:t>"title": "Jaypee University: A Premier Educational Institution",</a:t>
            </a:r>
            <a:br/>
            <a:r>
              <a:t>"slides": [</a:t>
            </a:r>
            <a:br/>
            <a:r>
              <a:t>    {"slide_number": 1, "title": "Introduction", "key_points": ["Welcome to Jaypee University", "Established in 2003", "Located in Noida, India"]},</a:t>
            </a:r>
            <a:br/>
            <a:r>
              <a:t>    {"slide_number": 2, "title": "Mission and Vision", "key_points": ["To provide quality education and research opportunities", "To foster innovation and entrepreneurship", "To develop socially responsible citizens"]},</a:t>
            </a:r>
            <a:br/>
            <a:r>
              <a:t>    {"slide_number": 3, "title": "Academic Programs", "key_points": ["UG programs in Engineering, Management, Pharmacy, and more", "PG programs in specialized fields like AI, Data Science, and Cyber Security", "Research programs in collaboration with industry partners"]},</a:t>
            </a:r>
            <a:br/>
            <a:r>
              <a:t>    {"slide_number": 4, "title": "Faculty and Research", "key_points": ["Experienced faculty members with industry expertise", "State-of-the-art research facilities and equipment", "Collaborations with international universities and organizations"]},</a:t>
            </a:r>
            <a:br/>
            <a:r>
              <a:t>    {"slide_number": 5, "title": "Campus Life", "key_points": ["Spacious campus with modern infrastructure", "State-of-the-art classrooms, labs, and libraries", "Various student clubs and societies for extracurricular activities"]},</a:t>
            </a:r>
            <a:br/>
            <a:r>
              <a:t>    {"slide_number": 6, "title": "Placement and Career Opportunities", "key_points": ["Strong industry connections and placement opportunities", "Career guidance and mentorship programs", "Alumni network with prominent professionals"]},</a:t>
            </a:r>
            <a:br/>
            <a:r>
              <a:t>    {"slide_number": 7, "title": "Awards and Accolades", "key_points": ["Ranked among top universities in India by various rankings", "Recognized for excellence in research and innovation", "Awarded for community service and social responsibility"]},</a:t>
            </a:r>
            <a:br/>
            <a:r>
              <a:t>    {"slide_number": 8, "title": "Conclusion", "key_points": ["Jaypee University is a premier educational institution offering quality education and research opportunities", "A great choice for students seeking a well-rounded education and career advancement"]}</a:t>
            </a:r>
            <a:br/>
            <a:r>
              <a:t>],</a:t>
            </a:r>
            <a:br/>
            <a:r>
              <a:t>"summary": "Jaypee University is a premier educational institution in India, offering a range of academic programs, research opportunities, and campus life. With experienced faculty, state-of-the-art facilities, and strong industry connections, Jaypee University is an excellent choice for students seeking a well-rounded education and career advancement."</a:t>
            </a:r>
            <a:br/>
            <a:r>
              <a:t>}</a:t>
            </a:r>
            <a:br/>
            <a:br/>
            <a:r>
              <a:t>I hope this helps! Let me know if you have any further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