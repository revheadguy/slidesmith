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AI in Paper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AI in Paper Generation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increasing demand for high-quality content has led to the development of Artificial Intelligence (AI) in paper generation. This technology uses machine learning algorithms to analyze data and generate written content, such as research papers, articles, and reports. AI-powered paper generation has numerous applications, including academic writing, content marketing, and language translation. Its benefits include improved accuracy, speed, and consistency.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AI in Paper Generation</a:t>
            </a:r>
          </a:p>
          <a:p>
            <a:pPr>
              <a:lnSpc>
                <a:spcPct val="120000"/>
              </a:lnSpc>
              <a:spcBef>
                <a:spcPts val="300"/>
              </a:spcBef>
              <a:spcAft>
                <a:spcPts val="300"/>
              </a:spcAft>
              <a:defRPr sz="1600">
                <a:solidFill>
                  <a:srgbClr val="0F172A"/>
                </a:solidFill>
              </a:defRPr>
            </a:pPr>
            <a:r>
              <a:t>• Applications of AI in Paper Generation</a:t>
            </a:r>
          </a:p>
          <a:p>
            <a:pPr>
              <a:lnSpc>
                <a:spcPct val="120000"/>
              </a:lnSpc>
              <a:spcBef>
                <a:spcPts val="300"/>
              </a:spcBef>
              <a:spcAft>
                <a:spcPts val="300"/>
              </a:spcAft>
              <a:defRPr sz="1600">
                <a:solidFill>
                  <a:srgbClr val="0F172A"/>
                </a:solidFill>
              </a:defRPr>
            </a:pPr>
            <a:r>
              <a:t>• Benefits of AI in Paper Generation</a:t>
            </a:r>
          </a:p>
          <a:p>
            <a:pPr>
              <a:lnSpc>
                <a:spcPct val="120000"/>
              </a:lnSpc>
              <a:spcBef>
                <a:spcPts val="300"/>
              </a:spcBef>
              <a:spcAft>
                <a:spcPts val="300"/>
              </a:spcAft>
              <a:defRPr sz="1600">
                <a:solidFill>
                  <a:srgbClr val="0F172A"/>
                </a:solidFill>
              </a:defRPr>
            </a:pPr>
            <a:r>
              <a:t>• Current Challenges in AI-Powered Writing</a:t>
            </a:r>
          </a:p>
          <a:p>
            <a:pPr>
              <a:lnSpc>
                <a:spcPct val="120000"/>
              </a:lnSpc>
              <a:spcBef>
                <a:spcPts val="300"/>
              </a:spcBef>
              <a:spcAft>
                <a:spcPts val="300"/>
              </a:spcAft>
              <a:defRPr sz="1600">
                <a:solidFill>
                  <a:srgbClr val="0F172A"/>
                </a:solidFill>
              </a:defRPr>
            </a:pPr>
            <a:r>
              <a:t>• Future Directions in AI-Assisted Content Generation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How AI Generates Papers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AI-powered paper generation involves several steps. First, the AI algorithm is trained on a large dataset of relevant texts to learn patterns and structures. Then, it analyzes the input prompt or topic to identify key concepts and generate an outline. Next, it fills in the outline with written content using its language generation capabilities. Finally, the AI algorithm refines the generated paper through editing and proofreading.</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Step 1: Training the AI Algorithm</a:t>
            </a:r>
          </a:p>
          <a:p>
            <a:pPr>
              <a:lnSpc>
                <a:spcPct val="115000"/>
              </a:lnSpc>
              <a:spcBef>
                <a:spcPts val="200"/>
              </a:spcBef>
              <a:spcAft>
                <a:spcPts val="200"/>
              </a:spcAft>
              <a:defRPr sz="1500">
                <a:solidFill>
                  <a:srgbClr val="0F172A"/>
                </a:solidFill>
              </a:defRPr>
            </a:pPr>
            <a:r>
              <a:t>• Step 2: Analyzing the Input Prompt</a:t>
            </a:r>
          </a:p>
          <a:p>
            <a:pPr>
              <a:lnSpc>
                <a:spcPct val="115000"/>
              </a:lnSpc>
              <a:spcBef>
                <a:spcPts val="200"/>
              </a:spcBef>
              <a:spcAft>
                <a:spcPts val="200"/>
              </a:spcAft>
              <a:defRPr sz="1500">
                <a:solidFill>
                  <a:srgbClr val="0F172A"/>
                </a:solidFill>
              </a:defRPr>
            </a:pPr>
            <a:r>
              <a:t>• Step 3: Generating an Outline</a:t>
            </a:r>
          </a:p>
          <a:p>
            <a:pPr>
              <a:lnSpc>
                <a:spcPct val="115000"/>
              </a:lnSpc>
              <a:spcBef>
                <a:spcPts val="200"/>
              </a:spcBef>
              <a:spcAft>
                <a:spcPts val="200"/>
              </a:spcAft>
              <a:defRPr sz="1500">
                <a:solidFill>
                  <a:srgbClr val="0F172A"/>
                </a:solidFill>
              </a:defRPr>
            </a:pPr>
            <a:r>
              <a:t>• Step 4: Filling in the Outline</a:t>
            </a:r>
          </a:p>
          <a:p>
            <a:pPr>
              <a:lnSpc>
                <a:spcPct val="115000"/>
              </a:lnSpc>
              <a:spcBef>
                <a:spcPts val="200"/>
              </a:spcBef>
              <a:spcAft>
                <a:spcPts val="200"/>
              </a:spcAft>
              <a:defRPr sz="1500">
                <a:solidFill>
                  <a:srgbClr val="0F172A"/>
                </a:solidFill>
              </a:defRPr>
            </a:pPr>
            <a:r>
              <a:t>• Step 5: Refining the Generated Paper</a:t>
            </a:r>
          </a:p>
        </p:txBody>
      </p:sp>
      <p:pic>
        <p:nvPicPr>
          <p:cNvPr id="5" name="Picture 4" descr="unsplash_w_BfeYFdD04.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Advantages of AI-Powered Papers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AI-powered papers offer several advantages over traditional human-generated content. For instance, they can be generated quickly and accurately, saving time and reducing errors. Additionally, AI algorithms can produce high-quality content that is tailored to specific audiences and formats. Furthermore, AI-powered papers can help reduce the workload of writers and researchers by automating tedious tasks.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Speed and Accuracy</a:t>
            </a:r>
          </a:p>
          <a:p>
            <a:pPr>
              <a:lnSpc>
                <a:spcPct val="120000"/>
              </a:lnSpc>
              <a:spcBef>
                <a:spcPts val="300"/>
              </a:spcBef>
              <a:spcAft>
                <a:spcPts val="300"/>
              </a:spcAft>
              <a:defRPr sz="1600">
                <a:solidFill>
                  <a:srgbClr val="0F172A"/>
                </a:solidFill>
              </a:defRPr>
            </a:pPr>
            <a:r>
              <a:t>• Customization Options</a:t>
            </a:r>
          </a:p>
          <a:p>
            <a:pPr>
              <a:lnSpc>
                <a:spcPct val="120000"/>
              </a:lnSpc>
              <a:spcBef>
                <a:spcPts val="300"/>
              </a:spcBef>
              <a:spcAft>
                <a:spcPts val="300"/>
              </a:spcAft>
              <a:defRPr sz="1600">
                <a:solidFill>
                  <a:srgbClr val="0F172A"/>
                </a:solidFill>
              </a:defRPr>
            </a:pPr>
            <a:r>
              <a:t>• Reduced Workload for Writers</a:t>
            </a:r>
          </a:p>
          <a:p>
            <a:pPr>
              <a:lnSpc>
                <a:spcPct val="120000"/>
              </a:lnSpc>
              <a:spcBef>
                <a:spcPts val="300"/>
              </a:spcBef>
              <a:spcAft>
                <a:spcPts val="300"/>
              </a:spcAft>
              <a:defRPr sz="1600">
                <a:solidFill>
                  <a:srgbClr val="0F172A"/>
                </a:solidFill>
              </a:defRPr>
            </a:pPr>
            <a:r>
              <a:t>• Improved Content Quality</a:t>
            </a:r>
          </a:p>
          <a:p>
            <a:pPr>
              <a:lnSpc>
                <a:spcPct val="120000"/>
              </a:lnSpc>
              <a:spcBef>
                <a:spcPts val="300"/>
              </a:spcBef>
              <a:spcAft>
                <a:spcPts val="300"/>
              </a:spcAft>
              <a:defRPr sz="1600">
                <a:solidFill>
                  <a:srgbClr val="0F172A"/>
                </a:solidFill>
              </a:defRPr>
            </a:pPr>
            <a:r>
              <a:t>• Cost Savings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in AI-Powered Papers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Despite its benefits, AI-powered paper generation also faces several challenges. One major concern is the lack of human judgment and creativity, which can result in generated papers that are not engaging or persuasive. Additionally, AI algorithms may struggle to understand complex concepts or nuances in language, leading to inaccuracies or biases.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Lack of Human Judgment</a:t>
            </a:r>
          </a:p>
          <a:p>
            <a:pPr>
              <a:lnSpc>
                <a:spcPct val="120000"/>
              </a:lnSpc>
              <a:spcBef>
                <a:spcPts val="300"/>
              </a:spcBef>
              <a:spcAft>
                <a:spcPts val="300"/>
              </a:spcAft>
              <a:defRPr sz="1600">
                <a:solidFill>
                  <a:srgbClr val="0F172A"/>
                </a:solidFill>
              </a:defRPr>
            </a:pPr>
            <a:r>
              <a:t>• Difficulty Understanding Complex Concepts</a:t>
            </a:r>
          </a:p>
          <a:p>
            <a:pPr>
              <a:lnSpc>
                <a:spcPct val="120000"/>
              </a:lnSpc>
              <a:spcBef>
                <a:spcPts val="300"/>
              </a:spcBef>
              <a:spcAft>
                <a:spcPts val="300"/>
              </a:spcAft>
              <a:defRPr sz="1600">
                <a:solidFill>
                  <a:srgbClr val="0F172A"/>
                </a:solidFill>
              </a:defRPr>
            </a:pPr>
            <a:r>
              <a:t>• Potential for Biases and Inaccuracies</a:t>
            </a:r>
          </a:p>
          <a:p>
            <a:pPr>
              <a:lnSpc>
                <a:spcPct val="120000"/>
              </a:lnSpc>
              <a:spcBef>
                <a:spcPts val="300"/>
              </a:spcBef>
              <a:spcAft>
                <a:spcPts val="300"/>
              </a:spcAft>
              <a:defRPr sz="1600">
                <a:solidFill>
                  <a:srgbClr val="0F172A"/>
                </a:solidFill>
              </a:defRPr>
            </a:pPr>
            <a:r>
              <a:t>• Inadequate Training Data</a:t>
            </a:r>
          </a:p>
          <a:p>
            <a:pPr>
              <a:lnSpc>
                <a:spcPct val="120000"/>
              </a:lnSpc>
              <a:spcBef>
                <a:spcPts val="300"/>
              </a:spcBef>
              <a:spcAft>
                <a:spcPts val="300"/>
              </a:spcAft>
              <a:defRPr sz="1600">
                <a:solidFill>
                  <a:srgbClr val="0F172A"/>
                </a:solidFill>
              </a:defRPr>
            </a:pPr>
            <a:r>
              <a:t>• Limited Domain Knowledge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Applications of AI-Powered Papers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AI-powered papers have a wide range of applications across various industries. For instance, they can be used in academic publishing to speed up the peer-review process and improve article quality. In marketing, AI-generated content can help create personalized ads and promotional materials that resonate with target audiences.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Academic Publishing</a:t>
            </a:r>
          </a:p>
          <a:p>
            <a:pPr>
              <a:lnSpc>
                <a:spcPct val="115000"/>
              </a:lnSpc>
              <a:spcBef>
                <a:spcPts val="200"/>
              </a:spcBef>
              <a:spcAft>
                <a:spcPts val="200"/>
              </a:spcAft>
              <a:defRPr sz="1500">
                <a:solidFill>
                  <a:srgbClr val="0F172A"/>
                </a:solidFill>
              </a:defRPr>
            </a:pPr>
            <a:r>
              <a:t>• Marketing and Advertising</a:t>
            </a:r>
          </a:p>
          <a:p>
            <a:pPr>
              <a:lnSpc>
                <a:spcPct val="115000"/>
              </a:lnSpc>
              <a:spcBef>
                <a:spcPts val="200"/>
              </a:spcBef>
              <a:spcAft>
                <a:spcPts val="200"/>
              </a:spcAft>
              <a:defRPr sz="1500">
                <a:solidFill>
                  <a:srgbClr val="0F172A"/>
                </a:solidFill>
              </a:defRPr>
            </a:pPr>
            <a:r>
              <a:t>• Content Marketing</a:t>
            </a:r>
          </a:p>
          <a:p>
            <a:pPr>
              <a:lnSpc>
                <a:spcPct val="115000"/>
              </a:lnSpc>
              <a:spcBef>
                <a:spcPts val="200"/>
              </a:spcBef>
              <a:spcAft>
                <a:spcPts val="200"/>
              </a:spcAft>
              <a:defRPr sz="1500">
                <a:solidFill>
                  <a:srgbClr val="0F172A"/>
                </a:solidFill>
              </a:defRPr>
            </a:pPr>
            <a:r>
              <a:t>• Language Translation and Localization</a:t>
            </a:r>
          </a:p>
          <a:p>
            <a:pPr>
              <a:lnSpc>
                <a:spcPct val="115000"/>
              </a:lnSpc>
              <a:spcBef>
                <a:spcPts val="200"/>
              </a:spcBef>
              <a:spcAft>
                <a:spcPts val="200"/>
              </a:spcAft>
              <a:defRPr sz="1500">
                <a:solidFill>
                  <a:srgbClr val="0F172A"/>
                </a:solidFill>
              </a:defRPr>
            </a:pPr>
            <a:r>
              <a:t>• Research and Development</a:t>
            </a:r>
          </a:p>
        </p:txBody>
      </p:sp>
      <p:pic>
        <p:nvPicPr>
          <p:cNvPr id="5" name="Picture 4" descr="unsplash_CaRba5ZXJT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AI in Paper Generation</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Challenges in AI-Powered Papers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AI in Paper Generation</a:t>
            </a:r>
          </a:p>
          <a:p>
            <a:pPr>
              <a:spcBef>
                <a:spcPts val="800"/>
              </a:spcBef>
              <a:spcAft>
                <a:spcPts val="800"/>
              </a:spcAft>
              <a:defRPr sz="2000">
                <a:solidFill>
                  <a:srgbClr val="F59E0B"/>
                </a:solidFill>
              </a:defRPr>
            </a:pPr>
            <a:r>
              <a:t>✓ How AI Generates Papers</a:t>
            </a:r>
          </a:p>
          <a:p>
            <a:pPr>
              <a:spcBef>
                <a:spcPts val="800"/>
              </a:spcBef>
              <a:spcAft>
                <a:spcPts val="800"/>
              </a:spcAft>
              <a:defRPr sz="2000">
                <a:solidFill>
                  <a:srgbClr val="F59E0B"/>
                </a:solidFill>
              </a:defRPr>
            </a:pPr>
            <a:r>
              <a:t>✓ Advantages of AI-Powered Papers</a:t>
            </a:r>
          </a:p>
          <a:p>
            <a:pPr>
              <a:spcBef>
                <a:spcPts val="800"/>
              </a:spcBef>
              <a:spcAft>
                <a:spcPts val="800"/>
              </a:spcAft>
              <a:defRPr sz="2000">
                <a:solidFill>
                  <a:srgbClr val="F59E0B"/>
                </a:solidFill>
              </a:defRPr>
            </a:pPr>
            <a:r>
              <a:t>✓ Challenges in AI-Powered Papers</a:t>
            </a:r>
          </a:p>
          <a:p>
            <a:pPr>
              <a:spcBef>
                <a:spcPts val="800"/>
              </a:spcBef>
              <a:spcAft>
                <a:spcPts val="800"/>
              </a:spcAft>
              <a:defRPr sz="2000">
                <a:solidFill>
                  <a:srgbClr val="F59E0B"/>
                </a:solidFill>
              </a:defRPr>
            </a:pPr>
            <a:r>
              <a:t>✓ Applications of AI-Powered Papers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