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Market Share (%)</c:v>
                </c:pt>
              </c:strCache>
            </c:strRef>
          </c:tx>
          <c:cat>
            <c:strRef>
              <c:f>Sheet1!$A$2:$A$6</c:f>
              <c:strCache>
                <c:ptCount val="5"/>
                <c:pt idx="0">
                  <c:v>Oracle</c:v>
                </c:pt>
                <c:pt idx="1">
                  <c:v>SQL Server</c:v>
                </c:pt>
                <c:pt idx="2">
                  <c:v>PostgreSQL</c:v>
                </c:pt>
                <c:pt idx="3">
                  <c:v>MySQL</c:v>
                </c:pt>
                <c:pt idx="4">
                  <c:v>MariaDB</c:v>
                </c:pt>
              </c:strCache>
            </c:strRef>
          </c:cat>
          <c:val>
            <c:numRef>
              <c:f>Sheet1!$B$2:$B$6</c:f>
              <c:numCache>
                <c:formatCode>General</c:formatCode>
                <c:ptCount val="5"/>
                <c:pt idx="0">
                  <c:v>35</c:v>
                </c:pt>
                <c:pt idx="1">
                  <c:v>28</c:v>
                </c:pt>
                <c:pt idx="2">
                  <c:v>15</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Affective Computing: Understanding Human Emotions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What is Affective Computing?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Affective computing is an emerging field that combines computer science, psychology, and neuroscience to develop systems that can recognize, understand, and respond to human emotions. This technology has the potential to revolutionize how we interact with machines and improve our overall well-being.</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of affective computing</a:t>
            </a:r>
          </a:p>
          <a:p>
            <a:pPr>
              <a:lnSpc>
                <a:spcPct val="120000"/>
              </a:lnSpc>
              <a:spcBef>
                <a:spcPts val="300"/>
              </a:spcBef>
              <a:spcAft>
                <a:spcPts val="300"/>
              </a:spcAft>
              <a:defRPr sz="1600">
                <a:solidFill>
                  <a:srgbClr val="0F172A"/>
                </a:solidFill>
              </a:defRPr>
            </a:pPr>
            <a:r>
              <a:t>• Importance of understanding human emotions in AI systems</a:t>
            </a:r>
          </a:p>
          <a:p>
            <a:pPr>
              <a:lnSpc>
                <a:spcPct val="120000"/>
              </a:lnSpc>
              <a:spcBef>
                <a:spcPts val="300"/>
              </a:spcBef>
              <a:spcAft>
                <a:spcPts val="300"/>
              </a:spcAft>
              <a:defRPr sz="1600">
                <a:solidFill>
                  <a:srgbClr val="0F172A"/>
                </a:solidFill>
              </a:defRPr>
            </a:pPr>
            <a:r>
              <a:t>• Current applications of affective computing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Emotion Recognition: The Foundation of Affective Computing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Emotion recognition is a crucial component of affective computing, enabling machines to detect and interpret human emotions. This can be achieved through various methods, including facial expression analysis, speech pattern recognition, and physiological signal processing.</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Types of emotion recognition methods</a:t>
            </a:r>
          </a:p>
          <a:p>
            <a:pPr>
              <a:lnSpc>
                <a:spcPct val="120000"/>
              </a:lnSpc>
              <a:spcBef>
                <a:spcPts val="300"/>
              </a:spcBef>
              <a:spcAft>
                <a:spcPts val="300"/>
              </a:spcAft>
              <a:defRPr sz="1600">
                <a:solidFill>
                  <a:srgbClr val="0F172A"/>
                </a:solidFill>
              </a:defRPr>
            </a:pPr>
            <a:r>
              <a:t>• Advantages of automated emotion recognition</a:t>
            </a:r>
          </a:p>
          <a:p>
            <a:pPr>
              <a:lnSpc>
                <a:spcPct val="120000"/>
              </a:lnSpc>
              <a:spcBef>
                <a:spcPts val="300"/>
              </a:spcBef>
              <a:spcAft>
                <a:spcPts val="300"/>
              </a:spcAft>
              <a:defRPr sz="1600">
                <a:solidFill>
                  <a:srgbClr val="0F172A"/>
                </a:solidFill>
              </a:defRPr>
            </a:pPr>
            <a:r>
              <a:t>• Challenges in developing accurate emotion recognition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Emotion Understanding: What Machines Can Learn from Humans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Once emotions are recognized, machines can learn to understand their significance and context. This involves analyzing emotional cues, such as tone of voice, body language, and facial expressions, to infer the underlying emotional state.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Emotion understanding in AI systems</a:t>
            </a:r>
          </a:p>
          <a:p>
            <a:pPr>
              <a:lnSpc>
                <a:spcPct val="120000"/>
              </a:lnSpc>
              <a:spcBef>
                <a:spcPts val="300"/>
              </a:spcBef>
              <a:spcAft>
                <a:spcPts val="300"/>
              </a:spcAft>
              <a:defRPr sz="1600">
                <a:solidFill>
                  <a:srgbClr val="0F172A"/>
                </a:solidFill>
              </a:defRPr>
            </a:pPr>
            <a:r>
              <a:t>• Role of context in understanding human emotions</a:t>
            </a:r>
          </a:p>
          <a:p>
            <a:pPr>
              <a:lnSpc>
                <a:spcPct val="120000"/>
              </a:lnSpc>
              <a:spcBef>
                <a:spcPts val="300"/>
              </a:spcBef>
              <a:spcAft>
                <a:spcPts val="300"/>
              </a:spcAft>
              <a:defRPr sz="1600">
                <a:solidFill>
                  <a:srgbClr val="0F172A"/>
                </a:solidFill>
              </a:defRPr>
            </a:pPr>
            <a:r>
              <a:t>• Importance of empathy in affective computing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Applications of Affective Computing: Enhancing Human-Machine Interaction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Affective computing has numerous applications in various fields, including healthcare, education, and entertainment. By recognizing and understanding human emotions, machines can adapt to users' emotional states, leading to more personalized and effective interactions.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Applications of affective computing in healthcare</a:t>
            </a:r>
          </a:p>
          <a:p>
            <a:pPr>
              <a:lnSpc>
                <a:spcPct val="120000"/>
              </a:lnSpc>
              <a:spcBef>
                <a:spcPts val="300"/>
              </a:spcBef>
              <a:spcAft>
                <a:spcPts val="300"/>
              </a:spcAft>
              <a:defRPr sz="1600">
                <a:solidFill>
                  <a:srgbClr val="0F172A"/>
                </a:solidFill>
              </a:defRPr>
            </a:pPr>
            <a:r>
              <a:t>• Role of affective computing in enhancing learning experiences</a:t>
            </a:r>
          </a:p>
          <a:p>
            <a:pPr>
              <a:lnSpc>
                <a:spcPct val="120000"/>
              </a:lnSpc>
              <a:spcBef>
                <a:spcPts val="300"/>
              </a:spcBef>
              <a:spcAft>
                <a:spcPts val="300"/>
              </a:spcAft>
              <a:defRPr sz="1600">
                <a:solidFill>
                  <a:srgbClr val="0F172A"/>
                </a:solidFill>
              </a:defRPr>
            </a:pPr>
            <a:r>
              <a:t>• Potential applications in the entertainment industry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Ethical Considerations: The Dark Side of Affective Computing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As affective computing advances, ethical concerns arise regarding privacy, consent, and potential misuse. It is essential to address these issues proactively to ensure the responsible development and deployment of affective computing technologies.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Ethical considerations in affective computing</a:t>
            </a:r>
          </a:p>
          <a:p>
            <a:pPr>
              <a:lnSpc>
                <a:spcPct val="120000"/>
              </a:lnSpc>
              <a:spcBef>
                <a:spcPts val="300"/>
              </a:spcBef>
              <a:spcAft>
                <a:spcPts val="300"/>
              </a:spcAft>
              <a:defRPr sz="1600">
                <a:solidFill>
                  <a:srgbClr val="0F172A"/>
                </a:solidFill>
              </a:defRPr>
            </a:pPr>
            <a:r>
              <a:t>• Concerns about data privacy and security</a:t>
            </a:r>
          </a:p>
          <a:p>
            <a:pPr>
              <a:lnSpc>
                <a:spcPct val="120000"/>
              </a:lnSpc>
              <a:spcBef>
                <a:spcPts val="300"/>
              </a:spcBef>
              <a:spcAft>
                <a:spcPts val="300"/>
              </a:spcAft>
              <a:defRPr sz="1600">
                <a:solidFill>
                  <a:srgbClr val="0F172A"/>
                </a:solidFill>
              </a:defRPr>
            </a:pPr>
            <a:r>
              <a:t>• Importance of transparency and user consent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Future Directions: Affective Computing's Potential Impact</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As the field of affective computing continues to evolve, its potential impact on society is vast. From improving mental health outcomes to enhancing customer experiences, the applications are endless, and it is crucial to continue exploring this exciting and rapidly developing field.</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Future directions in affective computing research</a:t>
            </a:r>
          </a:p>
          <a:p>
            <a:pPr>
              <a:lnSpc>
                <a:spcPct val="120000"/>
              </a:lnSpc>
              <a:spcBef>
                <a:spcPts val="300"/>
              </a:spcBef>
              <a:spcAft>
                <a:spcPts val="300"/>
              </a:spcAft>
              <a:defRPr sz="1600">
                <a:solidFill>
                  <a:srgbClr val="0F172A"/>
                </a:solidFill>
              </a:defRPr>
            </a:pPr>
            <a:r>
              <a:t>• Potential societal impacts of affective computing</a:t>
            </a:r>
          </a:p>
          <a:p>
            <a:pPr>
              <a:lnSpc>
                <a:spcPct val="120000"/>
              </a:lnSpc>
              <a:spcBef>
                <a:spcPts val="300"/>
              </a:spcBef>
              <a:spcAft>
                <a:spcPts val="300"/>
              </a:spcAft>
              <a:defRPr sz="1600">
                <a:solidFill>
                  <a:srgbClr val="0F172A"/>
                </a:solidFill>
              </a:defRPr>
            </a:pPr>
            <a:r>
              <a:t>• Challenges and opportunities in commercializing affective computing technologies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Affective Computing's Bright Future - Market Share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What is Affective Computing?</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Applications of Affective Computing: Enhancing Human-Machine Interaction</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 Affective Computing's Bright Future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Affective Computing?</a:t>
            </a:r>
          </a:p>
          <a:p>
            <a:pPr>
              <a:spcBef>
                <a:spcPts val="800"/>
              </a:spcBef>
              <a:spcAft>
                <a:spcPts val="800"/>
              </a:spcAft>
              <a:defRPr sz="2000">
                <a:solidFill>
                  <a:srgbClr val="F59E0B"/>
                </a:solidFill>
              </a:defRPr>
            </a:pPr>
            <a:r>
              <a:t>✓ Emotion Recognition: The Foundation of Affective Computing</a:t>
            </a:r>
          </a:p>
          <a:p>
            <a:pPr>
              <a:spcBef>
                <a:spcPts val="800"/>
              </a:spcBef>
              <a:spcAft>
                <a:spcPts val="800"/>
              </a:spcAft>
              <a:defRPr sz="2000">
                <a:solidFill>
                  <a:srgbClr val="F59E0B"/>
                </a:solidFill>
              </a:defRPr>
            </a:pPr>
            <a:r>
              <a:t>✓ Emotion Understanding: What Machines Can Learn from Humans</a:t>
            </a:r>
          </a:p>
          <a:p>
            <a:pPr>
              <a:spcBef>
                <a:spcPts val="800"/>
              </a:spcBef>
              <a:spcAft>
                <a:spcPts val="800"/>
              </a:spcAft>
              <a:defRPr sz="2000">
                <a:solidFill>
                  <a:srgbClr val="F59E0B"/>
                </a:solidFill>
              </a:defRPr>
            </a:pPr>
            <a:r>
              <a:t>✓ Applications of Affective Computing: Enhancing Human-Machine Interaction</a:t>
            </a:r>
          </a:p>
          <a:p>
            <a:pPr>
              <a:spcBef>
                <a:spcPts val="800"/>
              </a:spcBef>
              <a:spcAft>
                <a:spcPts val="800"/>
              </a:spcAft>
              <a:defRPr sz="2000">
                <a:solidFill>
                  <a:srgbClr val="F59E0B"/>
                </a:solidFill>
              </a:defRPr>
            </a:pPr>
            <a:r>
              <a:t>✓ Ethical Considerations: The Dark Side of Affective Computing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