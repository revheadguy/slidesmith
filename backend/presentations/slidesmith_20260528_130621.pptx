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Affective Computing Presentation</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is a subfield of artificial intelligence that focuses on developing machines capable of recognizing and responding to human emotions. This field combines computer science, psychology, and cognitive engineering to create systems that understand and simulate emotional states. As humans interact with machines more frequently, affective computing aims to improve user experience by acknowledging and addressing emotional needs. By studying human emotions, this field can lead to more empathetic AI systems.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Recognizes human emotions</a:t>
            </a:r>
          </a:p>
          <a:p>
            <a:pPr>
              <a:lnSpc>
                <a:spcPct val="120000"/>
              </a:lnSpc>
              <a:spcBef>
                <a:spcPts val="300"/>
              </a:spcBef>
              <a:spcAft>
                <a:spcPts val="300"/>
              </a:spcAft>
              <a:defRPr sz="1600">
                <a:solidFill>
                  <a:srgbClr val="0F172A"/>
                </a:solidFill>
              </a:defRPr>
            </a:pPr>
            <a:r>
              <a:t>• Simulates emotional responses</a:t>
            </a:r>
          </a:p>
          <a:p>
            <a:pPr>
              <a:lnSpc>
                <a:spcPct val="120000"/>
              </a:lnSpc>
              <a:spcBef>
                <a:spcPts val="300"/>
              </a:spcBef>
              <a:spcAft>
                <a:spcPts val="300"/>
              </a:spcAft>
              <a:defRPr sz="1600">
                <a:solidFill>
                  <a:srgbClr val="0F172A"/>
                </a:solidFill>
              </a:defRPr>
            </a:pPr>
            <a:r>
              <a:t>• Combines computer science and psychology</a:t>
            </a:r>
          </a:p>
          <a:p>
            <a:pPr>
              <a:lnSpc>
                <a:spcPct val="120000"/>
              </a:lnSpc>
              <a:spcBef>
                <a:spcPts val="300"/>
              </a:spcBef>
              <a:spcAft>
                <a:spcPts val="300"/>
              </a:spcAft>
              <a:defRPr sz="1600">
                <a:solidFill>
                  <a:srgbClr val="0F172A"/>
                </a:solidFill>
              </a:defRPr>
            </a:pPr>
            <a:r>
              <a:t>• Improves user experience</a:t>
            </a:r>
          </a:p>
          <a:p>
            <a:pPr>
              <a:lnSpc>
                <a:spcPct val="120000"/>
              </a:lnSpc>
              <a:spcBef>
                <a:spcPts val="300"/>
              </a:spcBef>
              <a:spcAft>
                <a:spcPts val="300"/>
              </a:spcAft>
              <a:defRPr sz="1600">
                <a:solidFill>
                  <a:srgbClr val="0F172A"/>
                </a:solidFill>
              </a:defRPr>
            </a:pPr>
            <a:r>
              <a:t>• Develops empathetic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of Affective Computing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Affective computing has various applications in areas such as healthcare, education, and marketing. In healthcare, affective computing can be used to develop personalized treatment plans based on patients' emotional states. In education, AI-powered systems can analyze students' emotions and adjust teaching methods accordingly. In marketing, companies can use affective computing to create targeted advertisements that resonate with customers' emotional needs.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Personalized healthcare</a:t>
            </a:r>
          </a:p>
          <a:p>
            <a:pPr>
              <a:lnSpc>
                <a:spcPct val="115000"/>
              </a:lnSpc>
              <a:spcBef>
                <a:spcPts val="200"/>
              </a:spcBef>
              <a:spcAft>
                <a:spcPts val="200"/>
              </a:spcAft>
              <a:defRPr sz="1500">
                <a:solidFill>
                  <a:srgbClr val="0F172A"/>
                </a:solidFill>
              </a:defRPr>
            </a:pPr>
            <a:r>
              <a:t>• AI-powered education</a:t>
            </a:r>
          </a:p>
          <a:p>
            <a:pPr>
              <a:lnSpc>
                <a:spcPct val="115000"/>
              </a:lnSpc>
              <a:spcBef>
                <a:spcPts val="200"/>
              </a:spcBef>
              <a:spcAft>
                <a:spcPts val="200"/>
              </a:spcAft>
              <a:defRPr sz="1500">
                <a:solidFill>
                  <a:srgbClr val="0F172A"/>
                </a:solidFill>
              </a:defRPr>
            </a:pPr>
            <a:r>
              <a:t>• Targeted marketing</a:t>
            </a:r>
          </a:p>
          <a:p>
            <a:pPr>
              <a:lnSpc>
                <a:spcPct val="115000"/>
              </a:lnSpc>
              <a:spcBef>
                <a:spcPts val="200"/>
              </a:spcBef>
              <a:spcAft>
                <a:spcPts val="200"/>
              </a:spcAft>
              <a:defRPr sz="1500">
                <a:solidFill>
                  <a:srgbClr val="0F172A"/>
                </a:solidFill>
              </a:defRPr>
            </a:pPr>
            <a:r>
              <a:t>• Emotional analytics</a:t>
            </a:r>
          </a:p>
          <a:p>
            <a:pPr>
              <a:lnSpc>
                <a:spcPct val="115000"/>
              </a:lnSpc>
              <a:spcBef>
                <a:spcPts val="200"/>
              </a:spcBef>
              <a:spcAft>
                <a:spcPts val="200"/>
              </a:spcAft>
              <a:defRPr sz="1500">
                <a:solidFill>
                  <a:srgbClr val="0F172A"/>
                </a:solidFill>
              </a:defRPr>
            </a:pPr>
            <a:r>
              <a:t>• Improved customer engagement</a:t>
            </a:r>
          </a:p>
        </p:txBody>
      </p:sp>
      <p:pic>
        <p:nvPicPr>
          <p:cNvPr id="5" name="Picture 4" descr="unsplash_JlwmajJqyU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How Affective Computing Works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relies on machine learning algorithms that analyze various signals such as facial expressions, voice tone, and physiological responses to recognize human emotions. These algorithms are trained on large datasets of emotional stimuli and can accurately detect subtle changes in emotional states. By understanding emotional cues, AI systems can generate empathetic responses or suggest interventions to alleviate negative emotions.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Machine learning algorithms</a:t>
            </a:r>
          </a:p>
          <a:p>
            <a:pPr>
              <a:lnSpc>
                <a:spcPct val="120000"/>
              </a:lnSpc>
              <a:spcBef>
                <a:spcPts val="300"/>
              </a:spcBef>
              <a:spcAft>
                <a:spcPts val="300"/>
              </a:spcAft>
              <a:defRPr sz="1600">
                <a:solidFill>
                  <a:srgbClr val="0F172A"/>
                </a:solidFill>
              </a:defRPr>
            </a:pPr>
            <a:r>
              <a:t>• Analyzing facial expressions</a:t>
            </a:r>
          </a:p>
          <a:p>
            <a:pPr>
              <a:lnSpc>
                <a:spcPct val="120000"/>
              </a:lnSpc>
              <a:spcBef>
                <a:spcPts val="300"/>
              </a:spcBef>
              <a:spcAft>
                <a:spcPts val="300"/>
              </a:spcAft>
              <a:defRPr sz="1600">
                <a:solidFill>
                  <a:srgbClr val="0F172A"/>
                </a:solidFill>
              </a:defRPr>
            </a:pPr>
            <a:r>
              <a:t>• Voice tone analysis</a:t>
            </a:r>
          </a:p>
          <a:p>
            <a:pPr>
              <a:lnSpc>
                <a:spcPct val="120000"/>
              </a:lnSpc>
              <a:spcBef>
                <a:spcPts val="300"/>
              </a:spcBef>
              <a:spcAft>
                <a:spcPts val="300"/>
              </a:spcAft>
              <a:defRPr sz="1600">
                <a:solidFill>
                  <a:srgbClr val="0F172A"/>
                </a:solidFill>
              </a:defRPr>
            </a:pPr>
            <a:r>
              <a:t>• Physiological response detection</a:t>
            </a:r>
          </a:p>
          <a:p>
            <a:pPr>
              <a:lnSpc>
                <a:spcPct val="120000"/>
              </a:lnSpc>
              <a:spcBef>
                <a:spcPts val="300"/>
              </a:spcBef>
              <a:spcAft>
                <a:spcPts val="300"/>
              </a:spcAft>
              <a:defRPr sz="1600">
                <a:solidFill>
                  <a:srgbClr val="0F172A"/>
                </a:solidFill>
              </a:defRPr>
            </a:pPr>
            <a:r>
              <a:t>• Emotional state recognition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in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faces several challenges such as data quality issues, cultural and individual differences in emotional expression, and the need for more accurate and robust AI systems. Additionally, there are concerns about ethics and privacy implications when developing machines that can read human emotions. Addressing these challenges is crucial to ensure affective computing's potential benefits are realized.</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Data quality issues</a:t>
            </a:r>
          </a:p>
          <a:p>
            <a:pPr>
              <a:lnSpc>
                <a:spcPct val="120000"/>
              </a:lnSpc>
              <a:spcBef>
                <a:spcPts val="300"/>
              </a:spcBef>
              <a:spcAft>
                <a:spcPts val="300"/>
              </a:spcAft>
              <a:defRPr sz="1600">
                <a:solidFill>
                  <a:srgbClr val="0F172A"/>
                </a:solidFill>
              </a:defRPr>
            </a:pPr>
            <a:r>
              <a:t>• Cultural and individual differences</a:t>
            </a:r>
          </a:p>
          <a:p>
            <a:pPr>
              <a:lnSpc>
                <a:spcPct val="120000"/>
              </a:lnSpc>
              <a:spcBef>
                <a:spcPts val="300"/>
              </a:spcBef>
              <a:spcAft>
                <a:spcPts val="300"/>
              </a:spcAft>
              <a:defRPr sz="1600">
                <a:solidFill>
                  <a:srgbClr val="0F172A"/>
                </a:solidFill>
              </a:defRPr>
            </a:pPr>
            <a:r>
              <a:t>• Ethics and privacy concerns</a:t>
            </a:r>
          </a:p>
          <a:p>
            <a:pPr>
              <a:lnSpc>
                <a:spcPct val="120000"/>
              </a:lnSpc>
              <a:spcBef>
                <a:spcPts val="300"/>
              </a:spcBef>
              <a:spcAft>
                <a:spcPts val="300"/>
              </a:spcAft>
              <a:defRPr sz="1600">
                <a:solidFill>
                  <a:srgbClr val="0F172A"/>
                </a:solidFill>
              </a:defRPr>
            </a:pPr>
            <a:r>
              <a:t>• Robust AI systems required</a:t>
            </a:r>
          </a:p>
          <a:p>
            <a:pPr>
              <a:lnSpc>
                <a:spcPct val="120000"/>
              </a:lnSpc>
              <a:spcBef>
                <a:spcPts val="300"/>
              </a:spcBef>
              <a:spcAft>
                <a:spcPts val="300"/>
              </a:spcAft>
              <a:defRPr sz="1600">
                <a:solidFill>
                  <a:srgbClr val="0F172A"/>
                </a:solidFill>
              </a:defRPr>
            </a:pPr>
            <a:r>
              <a:t>• Addressing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Future Directions in Affective Computing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As affective computing continues to advance, future directions include developing more sophisticated AI models that can simulate emotional intelligence. This will enable machines to better understand human emotions and respond empathetically. Another direction is the integration of affective computing with other AI fields such as natural language processing and computer vision.</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Sophisticated AI models</a:t>
            </a:r>
          </a:p>
          <a:p>
            <a:pPr>
              <a:lnSpc>
                <a:spcPct val="115000"/>
              </a:lnSpc>
              <a:spcBef>
                <a:spcPts val="200"/>
              </a:spcBef>
              <a:spcAft>
                <a:spcPts val="200"/>
              </a:spcAft>
              <a:defRPr sz="1500">
                <a:solidFill>
                  <a:srgbClr val="0F172A"/>
                </a:solidFill>
              </a:defRPr>
            </a:pPr>
            <a:r>
              <a:t>• Emotional intelligence simulation</a:t>
            </a:r>
          </a:p>
          <a:p>
            <a:pPr>
              <a:lnSpc>
                <a:spcPct val="115000"/>
              </a:lnSpc>
              <a:spcBef>
                <a:spcPts val="200"/>
              </a:spcBef>
              <a:spcAft>
                <a:spcPts val="200"/>
              </a:spcAft>
              <a:defRPr sz="1500">
                <a:solidFill>
                  <a:srgbClr val="0F172A"/>
                </a:solidFill>
              </a:defRPr>
            </a:pPr>
            <a:r>
              <a:t>• Integration with NLP and CV</a:t>
            </a:r>
          </a:p>
          <a:p>
            <a:pPr>
              <a:lnSpc>
                <a:spcPct val="115000"/>
              </a:lnSpc>
              <a:spcBef>
                <a:spcPts val="200"/>
              </a:spcBef>
              <a:spcAft>
                <a:spcPts val="200"/>
              </a:spcAft>
              <a:defRPr sz="1500">
                <a:solidFill>
                  <a:srgbClr val="0F172A"/>
                </a:solidFill>
              </a:defRPr>
            </a:pPr>
            <a:r>
              <a:t>• Improved user experience</a:t>
            </a:r>
          </a:p>
          <a:p>
            <a:pPr>
              <a:lnSpc>
                <a:spcPct val="115000"/>
              </a:lnSpc>
              <a:spcBef>
                <a:spcPts val="200"/>
              </a:spcBef>
              <a:spcAft>
                <a:spcPts val="200"/>
              </a:spcAft>
              <a:defRPr sz="1500">
                <a:solidFill>
                  <a:srgbClr val="0F172A"/>
                </a:solidFill>
              </a:defRPr>
            </a:pPr>
            <a:r>
              <a:t>• Enhanced emotional understanding</a:t>
            </a:r>
          </a:p>
        </p:txBody>
      </p:sp>
      <p:pic>
        <p:nvPicPr>
          <p:cNvPr id="5" name="Picture 4" descr="unsplash_9cgMKmZyhH0.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Empathetic AI systems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Improved user experience</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Responsible development</a:t>
            </a:r>
          </a:p>
          <a:p>
            <a:pPr>
              <a:lnSpc>
                <a:spcPct val="120000"/>
              </a:lnSpc>
              <a:spcBef>
                <a:spcPts val="600"/>
              </a:spcBef>
              <a:spcAft>
                <a:spcPts val="600"/>
              </a:spcAft>
              <a:defRPr sz="1200">
                <a:solidFill>
                  <a:srgbClr val="0F172A"/>
                </a:solidFill>
              </a:defRPr>
            </a:pPr>
            <a:r>
              <a:t>• Human-machine interaction</a:t>
            </a:r>
          </a:p>
          <a:p>
            <a:pPr>
              <a:lnSpc>
                <a:spcPct val="120000"/>
              </a:lnSpc>
              <a:spcBef>
                <a:spcPts val="600"/>
              </a:spcBef>
              <a:spcAft>
                <a:spcPts val="600"/>
              </a:spcAft>
              <a:defRPr sz="1200">
                <a:solidFill>
                  <a:srgbClr val="0F172A"/>
                </a:solidFill>
              </a:defRPr>
            </a:pPr>
            <a:r>
              <a:t>• Future possibilities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What is Affective Computing?</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Recognizes human emotions</a:t>
            </a:r>
          </a:p>
          <a:p>
            <a:pPr>
              <a:lnSpc>
                <a:spcPct val="120000"/>
              </a:lnSpc>
              <a:spcBef>
                <a:spcPts val="300"/>
              </a:spcBef>
              <a:spcAft>
                <a:spcPts val="300"/>
              </a:spcAft>
              <a:defRPr sz="1100">
                <a:solidFill>
                  <a:srgbClr val="64748B"/>
                </a:solidFill>
              </a:defRPr>
            </a:pPr>
            <a:r>
              <a:t>• Simulates emotional responses</a:t>
            </a:r>
          </a:p>
          <a:p>
            <a:pPr>
              <a:lnSpc>
                <a:spcPct val="120000"/>
              </a:lnSpc>
              <a:spcBef>
                <a:spcPts val="300"/>
              </a:spcBef>
              <a:spcAft>
                <a:spcPts val="300"/>
              </a:spcAft>
              <a:defRPr sz="1100">
                <a:solidFill>
                  <a:srgbClr val="64748B"/>
                </a:solidFill>
              </a:defRPr>
            </a:pPr>
            <a:r>
              <a:t>• Combines computer science and psychology</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Applications of Affective Computing</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Personalized healthcare</a:t>
            </a:r>
          </a:p>
          <a:p>
            <a:pPr>
              <a:lnSpc>
                <a:spcPct val="120000"/>
              </a:lnSpc>
              <a:spcBef>
                <a:spcPts val="300"/>
              </a:spcBef>
              <a:spcAft>
                <a:spcPts val="300"/>
              </a:spcAft>
              <a:defRPr sz="1100">
                <a:solidFill>
                  <a:srgbClr val="64748B"/>
                </a:solidFill>
              </a:defRPr>
            </a:pPr>
            <a:r>
              <a:t>• AI-powered education</a:t>
            </a:r>
          </a:p>
          <a:p>
            <a:pPr>
              <a:lnSpc>
                <a:spcPct val="120000"/>
              </a:lnSpc>
              <a:spcBef>
                <a:spcPts val="300"/>
              </a:spcBef>
              <a:spcAft>
                <a:spcPts val="300"/>
              </a:spcAft>
              <a:defRPr sz="1100">
                <a:solidFill>
                  <a:srgbClr val="64748B"/>
                </a:solidFill>
              </a:defRPr>
            </a:pPr>
            <a:r>
              <a:t>• Targeted marketing</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How Affective Computing Works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Machine learning algorithms</a:t>
            </a:r>
          </a:p>
          <a:p>
            <a:pPr>
              <a:lnSpc>
                <a:spcPct val="120000"/>
              </a:lnSpc>
              <a:spcBef>
                <a:spcPts val="300"/>
              </a:spcBef>
              <a:spcAft>
                <a:spcPts val="300"/>
              </a:spcAft>
              <a:defRPr sz="1100">
                <a:solidFill>
                  <a:srgbClr val="64748B"/>
                </a:solidFill>
              </a:defRPr>
            </a:pPr>
            <a:r>
              <a:t>• Analyzing facial expressions</a:t>
            </a:r>
          </a:p>
          <a:p>
            <a:pPr>
              <a:lnSpc>
                <a:spcPct val="120000"/>
              </a:lnSpc>
              <a:spcBef>
                <a:spcPts val="300"/>
              </a:spcBef>
              <a:spcAft>
                <a:spcPts val="300"/>
              </a:spcAft>
              <a:defRPr sz="1100">
                <a:solidFill>
                  <a:srgbClr val="64748B"/>
                </a:solidFill>
              </a:defRPr>
            </a:pPr>
            <a:r>
              <a:t>• Voice tone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Affective Computing?</a:t>
            </a:r>
          </a:p>
          <a:p>
            <a:pPr>
              <a:spcBef>
                <a:spcPts val="800"/>
              </a:spcBef>
              <a:spcAft>
                <a:spcPts val="800"/>
              </a:spcAft>
              <a:defRPr sz="2000">
                <a:solidFill>
                  <a:srgbClr val="F59E0B"/>
                </a:solidFill>
              </a:defRPr>
            </a:pPr>
            <a:r>
              <a:t>✓ Applications of Affective Computing</a:t>
            </a:r>
          </a:p>
          <a:p>
            <a:pPr>
              <a:spcBef>
                <a:spcPts val="800"/>
              </a:spcBef>
              <a:spcAft>
                <a:spcPts val="800"/>
              </a:spcAft>
              <a:defRPr sz="2000">
                <a:solidFill>
                  <a:srgbClr val="F59E0B"/>
                </a:solidFill>
              </a:defRPr>
            </a:pPr>
            <a:r>
              <a:t>✓ How Affective Computing Works</a:t>
            </a:r>
          </a:p>
          <a:p>
            <a:pPr>
              <a:spcBef>
                <a:spcPts val="800"/>
              </a:spcBef>
              <a:spcAft>
                <a:spcPts val="800"/>
              </a:spcAft>
              <a:defRPr sz="2000">
                <a:solidFill>
                  <a:srgbClr val="F59E0B"/>
                </a:solidFill>
              </a:defRPr>
            </a:pPr>
            <a:r>
              <a:t>✓ Challenges in Affective Computing</a:t>
            </a:r>
          </a:p>
          <a:p>
            <a:pPr>
              <a:spcBef>
                <a:spcPts val="800"/>
              </a:spcBef>
              <a:spcAft>
                <a:spcPts val="800"/>
              </a:spcAft>
              <a:defRPr sz="2000">
                <a:solidFill>
                  <a:srgbClr val="F59E0B"/>
                </a:solidFill>
              </a:defRPr>
            </a:pPr>
            <a:r>
              <a:t>✓ Future Directions in Affective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