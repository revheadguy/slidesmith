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Apple Vision Pro Market Strategy</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Market Overview</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$10</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0F172A"/>
                </a:solidFill>
              </a:defRPr>
            </a:pPr>
            <a:r>
              <a:t>B revenue target</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0F172A"/>
                </a:solidFill>
              </a:defRPr>
            </a:pPr>
            <a:r>
              <a:t>The wearables market is rapidly growing, driven by increasing demand for health and wellness products. Apple's existing ecosystem of devices, including the Apple Watch and iPhone, provides a strong foundation for introducing a new product line.</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868680"/>
          </a:xfrm>
          <a:prstGeom prst="rect">
            <a:avLst/>
          </a:prstGeom>
          <a:noFill/>
        </p:spPr>
        <p:txBody>
          <a:bodyPr wrap="square">
            <a:spAutoFit/>
          </a:bodyPr>
          <a:lstStyle/>
          <a:p>
            <a:pPr>
              <a:lnSpc>
                <a:spcPct val="130000"/>
              </a:lnSpc>
              <a:defRPr sz="1600">
                <a:solidFill>
                  <a:srgbClr val="0F172A"/>
                </a:solidFill>
              </a:defRPr>
            </a:pPr>
            <a:r>
              <a:t>Growing demand for health/wellness products</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868680"/>
          </a:xfrm>
          <a:prstGeom prst="rect">
            <a:avLst/>
          </a:prstGeom>
          <a:noFill/>
        </p:spPr>
        <p:txBody>
          <a:bodyPr wrap="square">
            <a:spAutoFit/>
          </a:bodyPr>
          <a:lstStyle/>
          <a:p>
            <a:pPr>
              <a:lnSpc>
                <a:spcPct val="130000"/>
              </a:lnSpc>
              <a:defRPr sz="1600">
                <a:solidFill>
                  <a:srgbClr val="0F172A"/>
                </a:solidFill>
              </a:defRPr>
            </a:pPr>
            <a:r>
              <a:t>Existing ecosystem of devices</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868680"/>
          </a:xfrm>
          <a:prstGeom prst="rect">
            <a:avLst/>
          </a:prstGeom>
          <a:noFill/>
        </p:spPr>
        <p:txBody>
          <a:bodyPr wrap="square">
            <a:spAutoFit/>
          </a:bodyPr>
          <a:lstStyle/>
          <a:p>
            <a:pPr>
              <a:lnSpc>
                <a:spcPct val="130000"/>
              </a:lnSpc>
              <a:defRPr sz="1600">
                <a:solidFill>
                  <a:srgbClr val="0F172A"/>
                </a:solidFill>
              </a:defRPr>
            </a:pPr>
            <a:r>
              <a:t>Advancements in AI-powered vision tech</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Target Audience</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25</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0F172A"/>
                </a:solidFill>
              </a:defRPr>
            </a:pPr>
            <a:r>
              <a:t>45 age demographic</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0F172A"/>
                </a:solidFill>
              </a:defRPr>
            </a:pPr>
            <a:r>
              <a:t>The primary target audience for Apple Vision Pro is the 25-45 age demographic, with a focus on health-conscious consumers who value wearable technology. This segment is likely to be attracted to the device's ability to track eye health and detect potential vision problems early.</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868680"/>
          </a:xfrm>
          <a:prstGeom prst="rect">
            <a:avLst/>
          </a:prstGeom>
          <a:noFill/>
        </p:spPr>
        <p:txBody>
          <a:bodyPr wrap="square">
            <a:spAutoFit/>
          </a:bodyPr>
          <a:lstStyle/>
          <a:p>
            <a:pPr>
              <a:lnSpc>
                <a:spcPct val="130000"/>
              </a:lnSpc>
              <a:defRPr sz="1600">
                <a:solidFill>
                  <a:srgbClr val="0F172A"/>
                </a:solidFill>
              </a:defRPr>
            </a:pPr>
            <a:r>
              <a:t>Health-conscious consumers</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868680"/>
          </a:xfrm>
          <a:prstGeom prst="rect">
            <a:avLst/>
          </a:prstGeom>
          <a:noFill/>
        </p:spPr>
        <p:txBody>
          <a:bodyPr wrap="square">
            <a:spAutoFit/>
          </a:bodyPr>
          <a:lstStyle/>
          <a:p>
            <a:pPr>
              <a:lnSpc>
                <a:spcPct val="130000"/>
              </a:lnSpc>
              <a:defRPr sz="1600">
                <a:solidFill>
                  <a:srgbClr val="0F172A"/>
                </a:solidFill>
              </a:defRPr>
            </a:pPr>
            <a:r>
              <a:t>Wearable tech enthusiasts</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868680"/>
          </a:xfrm>
          <a:prstGeom prst="rect">
            <a:avLst/>
          </a:prstGeom>
          <a:noFill/>
        </p:spPr>
        <p:txBody>
          <a:bodyPr wrap="square">
            <a:spAutoFit/>
          </a:bodyPr>
          <a:lstStyle/>
          <a:p>
            <a:pPr>
              <a:lnSpc>
                <a:spcPct val="130000"/>
              </a:lnSpc>
              <a:defRPr sz="1600">
                <a:solidFill>
                  <a:srgbClr val="0F172A"/>
                </a:solidFill>
              </a:defRPr>
            </a:pPr>
            <a:r>
              <a:t>Brand loyalists</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Key Features</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Apple Vision Pro will offer a range of features designed to appeal to the target audience. These include advanced eye tracking technology, AI-powered vision analysis, and integration with existing Apple Health data.</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Advanced eye tracking tech</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AI-powered vision analysis</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Integration with Apple Health</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Sleek design</a:t>
            </a:r>
          </a:p>
        </p:txBody>
      </p:sp>
      <p:pic>
        <p:nvPicPr>
          <p:cNvPr id="13" name="Picture 12" descr="unsplash_PxiAc1aElFQ.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Competitive Landscape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The wearables market is increasingly crowded, with established players like Fitbit and Garmin competing for market share. Apple Vision Pro will need to differentiate itself through innovative technology and strong branding to stand out in this competitive landscape.</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Established competitors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Growing competition</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Innovative tech required</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Strong branding essential</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Marketing Strategy</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Apple Vision Pro will be marketed through a multi-channel approach, including social media, influencer partnerships, and targeted advertising. The brand will also leverage its existing loyal customer base to drive early adoption.</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Multi-channel marketing</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Social media campaigns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Influencer partnerships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Targeted advertising</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Pricing and Revenue</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Apple Vision Pro will be priced competitively in the wearables market, with a target price point of $299. The device is expected to generate significant revenue for Apple, driven by strong demand and limited competition.</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Competitive pricing</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$299 target price point</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Significant revenue potential</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Strong demand anticipated</a:t>
            </a:r>
          </a:p>
        </p:txBody>
      </p:sp>
      <p:pic>
        <p:nvPicPr>
          <p:cNvPr id="13" name="Picture 12" descr="unsplash_IrRbSND5EUc.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Partnerships and Collaborations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Apple Vision Pro will partner with eye care professionals and medical organizations to educate consumers about the benefits of early vision detection. The brand will also collaborate with health and wellness apps to integrate Vision Pro data into existing fitness tracking routines.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Eye care professional partnerships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Medical organization collaborations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Health app integrations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Consumer education initiatives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Apple Vision Pro Market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Next Steps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Market revolution potential</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Comprehensive marketing strategy</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Strategic partnerships</a:t>
            </a:r>
          </a:p>
          <a:p>
            <a:pPr>
              <a:lnSpc>
                <a:spcPct val="120000"/>
              </a:lnSpc>
              <a:spcBef>
                <a:spcPts val="600"/>
              </a:spcBef>
              <a:spcAft>
                <a:spcPts val="600"/>
              </a:spcAft>
              <a:defRPr sz="1200">
                <a:solidFill>
                  <a:srgbClr val="0F172A"/>
                </a:solidFill>
              </a:defRPr>
            </a:pPr>
            <a:r>
              <a:t>• Eye care professional collaborations</a:t>
            </a:r>
          </a:p>
          <a:p>
            <a:pPr>
              <a:lnSpc>
                <a:spcPct val="120000"/>
              </a:lnSpc>
              <a:spcBef>
                <a:spcPts val="600"/>
              </a:spcBef>
              <a:spcAft>
                <a:spcPts val="600"/>
              </a:spcAft>
              <a:defRPr sz="1200">
                <a:solidFill>
                  <a:srgbClr val="0F172A"/>
                </a:solidFill>
              </a:defRPr>
            </a:pPr>
            <a:r>
              <a:t>• Health organization integrations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384153"/>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Market Overview</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$10B revenue target</a:t>
            </a:r>
          </a:p>
          <a:p>
            <a:pPr>
              <a:lnSpc>
                <a:spcPct val="120000"/>
              </a:lnSpc>
              <a:spcBef>
                <a:spcPts val="300"/>
              </a:spcBef>
              <a:spcAft>
                <a:spcPts val="300"/>
              </a:spcAft>
              <a:defRPr sz="1100">
                <a:solidFill>
                  <a:srgbClr val="0F172A"/>
                </a:solidFill>
              </a:defRPr>
            </a:pPr>
            <a:r>
              <a:t>• Growing demand for health/wellness products</a:t>
            </a:r>
          </a:p>
          <a:p>
            <a:pPr>
              <a:lnSpc>
                <a:spcPct val="120000"/>
              </a:lnSpc>
              <a:spcBef>
                <a:spcPts val="300"/>
              </a:spcBef>
              <a:spcAft>
                <a:spcPts val="300"/>
              </a:spcAft>
              <a:defRPr sz="1100">
                <a:solidFill>
                  <a:srgbClr val="0F172A"/>
                </a:solidFill>
              </a:defRPr>
            </a:pPr>
            <a:r>
              <a:t>• Existing ecosystem of devices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Target Audience</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Health-conscious consumers</a:t>
            </a:r>
          </a:p>
          <a:p>
            <a:pPr>
              <a:lnSpc>
                <a:spcPct val="120000"/>
              </a:lnSpc>
              <a:spcBef>
                <a:spcPts val="300"/>
              </a:spcBef>
              <a:spcAft>
                <a:spcPts val="300"/>
              </a:spcAft>
              <a:defRPr sz="1100">
                <a:solidFill>
                  <a:srgbClr val="0F172A"/>
                </a:solidFill>
              </a:defRPr>
            </a:pPr>
            <a:r>
              <a:t>• Wearable tech enthusiasts</a:t>
            </a:r>
          </a:p>
          <a:p>
            <a:pPr>
              <a:lnSpc>
                <a:spcPct val="120000"/>
              </a:lnSpc>
              <a:spcBef>
                <a:spcPts val="300"/>
              </a:spcBef>
              <a:spcAft>
                <a:spcPts val="300"/>
              </a:spcAft>
              <a:defRPr sz="1100">
                <a:solidFill>
                  <a:srgbClr val="0F172A"/>
                </a:solidFill>
              </a:defRPr>
            </a:pPr>
            <a:r>
              <a:t>• Brand loyalists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Key Features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Advanced eye tracking tech</a:t>
            </a:r>
          </a:p>
          <a:p>
            <a:pPr>
              <a:lnSpc>
                <a:spcPct val="120000"/>
              </a:lnSpc>
              <a:spcBef>
                <a:spcPts val="300"/>
              </a:spcBef>
              <a:spcAft>
                <a:spcPts val="300"/>
              </a:spcAft>
              <a:defRPr sz="1100">
                <a:solidFill>
                  <a:srgbClr val="0F172A"/>
                </a:solidFill>
              </a:defRPr>
            </a:pPr>
            <a:r>
              <a:t>• AI-powered vision analysis</a:t>
            </a:r>
          </a:p>
          <a:p>
            <a:pPr>
              <a:lnSpc>
                <a:spcPct val="120000"/>
              </a:lnSpc>
              <a:spcBef>
                <a:spcPts val="300"/>
              </a:spcBef>
              <a:spcAft>
                <a:spcPts val="300"/>
              </a:spcAft>
              <a:defRPr sz="1100">
                <a:solidFill>
                  <a:srgbClr val="0F172A"/>
                </a:solidFill>
              </a:defRPr>
            </a:pPr>
            <a:r>
              <a:t>• Integration with Apple Health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Market Overview</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Target Audience</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Key Features</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Competitive Landscape</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Marketing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