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51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355079" y="-1143000"/>
            <a:ext cx="4114800" cy="4114800"/>
          </a:xfrm>
          <a:prstGeom prst="ellipse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4754880"/>
            <a:ext cx="2011680" cy="2011680"/>
          </a:xfrm>
          <a:prstGeom prst="ellipse">
            <a:avLst/>
          </a:prstGeom>
          <a:noFill/>
          <a:ln w="3175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FFFFFF"/>
                </a:solidFill>
              </a:defRPr>
            </a:pPr>
            <a:r>
              <a:t>PostgreSQL: A Powerful Relational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9144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What is PostgreSQL?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PostgreSQL is a free and open-source relational database management system. It is known for its reliability, data integrity, and ability to handle large volumes of data.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24027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Free and open-source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990087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44368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Reliable and scalable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373989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94176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Robust feature set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489704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43984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Supports JSON data 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PostgreSQL: A Powerful Relational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9144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Key Features of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</a:defRPr>
            </a:pPr>
            <a:r>
              <a:t>PostgreSQL offers a range of features that make it an attractive choice for database administrators. These include support for window functions, common table expressions (CTEs), and JSON data type.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21284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167128"/>
            <a:ext cx="38770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Window functions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926080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880360"/>
            <a:ext cx="38770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Common Table Expressions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3931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3593592"/>
            <a:ext cx="38770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JSON data type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352544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4306824"/>
            <a:ext cx="38770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Robust locking mechanisms</a:t>
            </a:r>
          </a:p>
        </p:txBody>
      </p:sp>
      <p:pic>
        <p:nvPicPr>
          <p:cNvPr id="15" name="Picture 14" descr="unsplash_PxiAc1aElF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840480" cy="49377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PostgreSQL: A Powerful Relational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3800" b="1">
                <a:solidFill>
                  <a:srgbClr val="FFFFFF"/>
                </a:solidFill>
              </a:defRPr>
            </a:pPr>
            <a:r>
              <a:t>Advantages of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9144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Advantages of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PostgreSQL offers several advantages that make it an attractive choice for database administrators. Its open-source nature means it is free to use and distribute, while its robust feature set provides a reliable platform for storing and managing large volumes of data.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24027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Free and open-source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990087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44368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Robust feature set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373989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94176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Scalability and reliability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489704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43984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High-performance capabilities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PostgreSQL: A Powerful Relational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9144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Use Cases for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PostgreSQL is a versatile database that can be used in a variety of applications. These include web applications, financial institutions, government agencies, and more.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24027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Web applications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990087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44368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Financial institutions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373989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94176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Government agencies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489704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43984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Large-scale data 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PostgreSQL: A Powerful Relational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3800" b="1">
                <a:solidFill>
                  <a:srgbClr val="FFFFFF"/>
                </a:solidFill>
              </a:defRPr>
            </a:pPr>
            <a:r>
              <a:t>PostgreSQL vs. Other Databases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9144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PostgreSQL vs. Other Databases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</a:defRPr>
            </a:pPr>
            <a:r>
              <a:t>While PostgreSQL has many advantages over other databases, it is not without its limitations. However, its robust feature set and scalability make it a popular choice for many organizations.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21284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167128"/>
            <a:ext cx="38770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Unique features and capabilities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926080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880360"/>
            <a:ext cx="38770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Robust feature set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3931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3593592"/>
            <a:ext cx="38770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Scalability and reliability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352544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4306824"/>
            <a:ext cx="38770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0F172A"/>
                </a:solidFill>
              </a:defRPr>
            </a:pPr>
            <a:r>
              <a:t>Cost-effective</a:t>
            </a:r>
          </a:p>
        </p:txBody>
      </p:sp>
      <p:pic>
        <p:nvPicPr>
          <p:cNvPr id="15" name="Picture 14" descr="unsplash_tWT4p4Wtm2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840480" cy="49377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PostgreSQL: A Powerful Relational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40AF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188720"/>
            <a:ext cx="18288" cy="38404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188720"/>
            <a:ext cx="18288" cy="384048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What We</a:t>
            </a:r>
            <a:br/>
            <a:r>
              <a:t>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Powerful relational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Key</a:t>
            </a:r>
            <a:br/>
            <a:r>
              <a:t>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Open-source and cost-effective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What's</a:t>
            </a:r>
            <a:br/>
            <a: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40"/>
            <a:ext cx="23774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Robust feature set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Scalability and reliability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Widely used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12064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Thank you for your attention | Questions?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9144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cxnSp>
        <p:nvCxnSpPr>
          <p:cNvPr id="900" name="DiagConnector"/>
          <p:cNvCxnSpPr/>
          <p:nvPr/>
        </p:nvCxnSpPr>
        <p:spPr>
          <a:xfrm>
            <a:off x="758952" y="1444752"/>
            <a:ext cx="5029200" cy="2743200"/>
          </a:xfrm>
          <a:prstGeom prst="line">
            <a:avLst/>
          </a:prstGeom>
          <a:ln w="18000">
            <a:solidFill>
              <a:srgbClr val="CBD5E1"/>
            </a:solidFill>
            <a:prstDash val="sysDash"/>
          </a:ln>
        </p:spPr>
      </p:cxnSp>
      <p:sp>
        <p:nvSpPr>
          <p:cNvPr id="901" name="Rectangle 900"/>
          <p:cNvSpPr/>
          <p:nvPr/>
        </p:nvSpPr>
        <p:spPr>
          <a:xfrm>
            <a:off x="557784" y="11521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502920" y="10972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502920" y="10972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502920" y="11887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1271016" y="12618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What is PostgreSQL?</a:t>
            </a:r>
          </a:p>
        </p:txBody>
      </p:sp>
      <p:sp>
        <p:nvSpPr>
          <p:cNvPr id="906" name="Rectangle 905"/>
          <p:cNvSpPr/>
          <p:nvPr/>
        </p:nvSpPr>
        <p:spPr>
          <a:xfrm>
            <a:off x="667512" y="17007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704088" y="17739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Free and open-source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Reliable and scalable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Robust feature set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3072384" y="25237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3017520" y="24688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3017520" y="24688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3017520" y="25603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3785615" y="26334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Key Features of PostgreSQL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3182112" y="30723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3218688" y="31455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Window functions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Common Table Expressions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JSON data type</a:t>
            </a:r>
          </a:p>
        </p:txBody>
      </p:sp>
      <p:sp>
        <p:nvSpPr>
          <p:cNvPr id="915" name="Rectangle 914"/>
          <p:cNvSpPr/>
          <p:nvPr/>
        </p:nvSpPr>
        <p:spPr>
          <a:xfrm>
            <a:off x="5586983" y="38953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5532120" y="38404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5532120" y="38404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5532120" y="39319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300215" y="40050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Advantages of PostgreSQL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5696712" y="44439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TextBox 920"/>
          <p:cNvSpPr txBox="1"/>
          <p:nvPr/>
        </p:nvSpPr>
        <p:spPr>
          <a:xfrm>
            <a:off x="5733288" y="45171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Free and open-source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Robust feature set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Scalability and reliability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What is PostgreSQL?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Key Features of PostgreSQL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Advantages of PostgreSQL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Use Cases for PostgreSQL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PostgreSQL vs. Other Databases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