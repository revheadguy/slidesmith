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AWS vs Azure Comparison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Introduction</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This presentation aims to provide a comprehensive comparison of Amazon Web Services (AWS) and Microsoft Azure, two leading cloud computing platforms. We will examine their features, pricing models, security measures, scalability, and overall performance.</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Understanding the importance of cloud computing in modern business</a:t>
            </a:r>
          </a:p>
          <a:p>
            <a:pPr>
              <a:lnSpc>
                <a:spcPct val="120000"/>
              </a:lnSpc>
              <a:spcBef>
                <a:spcPts val="300"/>
              </a:spcBef>
              <a:spcAft>
                <a:spcPts val="300"/>
              </a:spcAft>
              <a:defRPr sz="1600">
                <a:solidFill>
                  <a:srgbClr val="0F172A"/>
                </a:solidFill>
              </a:defRPr>
            </a:pPr>
            <a:r>
              <a:t>• Comparing AWS and Azure's unique strengths and weaknesses</a:t>
            </a:r>
          </a:p>
          <a:p>
            <a:pPr>
              <a:lnSpc>
                <a:spcPct val="120000"/>
              </a:lnSpc>
              <a:spcBef>
                <a:spcPts val="300"/>
              </a:spcBef>
              <a:spcAft>
                <a:spcPts val="300"/>
              </a:spcAft>
              <a:defRPr sz="1600">
                <a:solidFill>
                  <a:srgbClr val="0F172A"/>
                </a:solidFill>
              </a:defRPr>
            </a:pPr>
            <a:r>
              <a:t>• Evaluating the suitability of each platform for different industries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AWS Overview</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Amazon Web Services (AWS) is a comprehensive cloud computing platform offering a wide range of services, including compute, storage, database, analytics, and more. With over 175 fully featured services, AWS is a robust solution for building scalable and secure applications.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AWS provides a broad spectrum of services</a:t>
            </a:r>
          </a:p>
          <a:p>
            <a:pPr>
              <a:lnSpc>
                <a:spcPct val="120000"/>
              </a:lnSpc>
              <a:spcBef>
                <a:spcPts val="300"/>
              </a:spcBef>
              <a:spcAft>
                <a:spcPts val="300"/>
              </a:spcAft>
              <a:defRPr sz="1600">
                <a:solidFill>
                  <a:srgbClr val="0F172A"/>
                </a:solidFill>
              </a:defRPr>
            </a:pPr>
            <a:r>
              <a:t>• Services include compute, storage, database, analytics, and more</a:t>
            </a:r>
          </a:p>
          <a:p>
            <a:pPr>
              <a:lnSpc>
                <a:spcPct val="120000"/>
              </a:lnSpc>
              <a:spcBef>
                <a:spcPts val="300"/>
              </a:spcBef>
              <a:spcAft>
                <a:spcPts val="300"/>
              </a:spcAft>
              <a:defRPr sz="1600">
                <a:solidFill>
                  <a:srgbClr val="0F172A"/>
                </a:solidFill>
              </a:defRPr>
            </a:pPr>
            <a:r>
              <a:t>• Comprehensive solutions for building scalable and secure applications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Azure Overview</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Microsoft Azure is a cloud computing platform offering a range of services including compute, storage, networking, and database. With a strong focus on hybrid scenarios, Azure enables organizations to integrate their existing infrastructure with the cloud.</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Azure provides a comprehensive range of services</a:t>
            </a:r>
          </a:p>
          <a:p>
            <a:pPr>
              <a:lnSpc>
                <a:spcPct val="115000"/>
              </a:lnSpc>
              <a:spcBef>
                <a:spcPts val="200"/>
              </a:spcBef>
              <a:spcAft>
                <a:spcPts val="200"/>
              </a:spcAft>
              <a:defRPr sz="1500">
                <a:solidFill>
                  <a:srgbClr val="0F172A"/>
                </a:solidFill>
              </a:defRPr>
            </a:pPr>
            <a:r>
              <a:t>• Services include compute, storage, networking, and database</a:t>
            </a:r>
          </a:p>
          <a:p>
            <a:pPr>
              <a:lnSpc>
                <a:spcPct val="115000"/>
              </a:lnSpc>
              <a:spcBef>
                <a:spcPts val="200"/>
              </a:spcBef>
              <a:spcAft>
                <a:spcPts val="200"/>
              </a:spcAft>
              <a:defRPr sz="1500">
                <a:solidFill>
                  <a:srgbClr val="0F172A"/>
                </a:solidFill>
              </a:defRPr>
            </a:pPr>
            <a:r>
              <a:t>• Strong focus on hybrid scenarios for seamless integration</a:t>
            </a:r>
          </a:p>
        </p:txBody>
      </p:sp>
      <p:pic>
        <p:nvPicPr>
          <p:cNvPr id="5" name="Picture 4" descr="unsplash_Ui99Hiv3Ezg.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Pricing Comparison</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Both AWS and Azure offer competitive pricing models. However, the actual cost can vary significantly depending on the services used and the complexity of the applications. We will examine the pricing structures and provide a comparison.</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AWS and Azure offer competitive pricing models</a:t>
            </a:r>
          </a:p>
          <a:p>
            <a:pPr>
              <a:lnSpc>
                <a:spcPct val="120000"/>
              </a:lnSpc>
              <a:spcBef>
                <a:spcPts val="300"/>
              </a:spcBef>
              <a:spcAft>
                <a:spcPts val="300"/>
              </a:spcAft>
              <a:defRPr sz="1600">
                <a:solidFill>
                  <a:srgbClr val="0F172A"/>
                </a:solidFill>
              </a:defRPr>
            </a:pPr>
            <a:r>
              <a:t>• Pricing depends on services used and application complexity</a:t>
            </a:r>
          </a:p>
          <a:p>
            <a:pPr>
              <a:lnSpc>
                <a:spcPct val="120000"/>
              </a:lnSpc>
              <a:spcBef>
                <a:spcPts val="300"/>
              </a:spcBef>
              <a:spcAft>
                <a:spcPts val="300"/>
              </a:spcAft>
              <a:defRPr sz="1600">
                <a:solidFill>
                  <a:srgbClr val="0F172A"/>
                </a:solidFill>
              </a:defRPr>
            </a:pPr>
            <a:r>
              <a:t>• Cost comparison between AWS and Azure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Security Comparison</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Security is a top priority for both AWS and Azure. They provide robust security measures, including encryption, access controls, and monitoring. We will examine the security features and compare their effectiveness.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Robust security measures provided by AWS and Azure</a:t>
            </a:r>
          </a:p>
          <a:p>
            <a:pPr>
              <a:lnSpc>
                <a:spcPct val="120000"/>
              </a:lnSpc>
              <a:spcBef>
                <a:spcPts val="300"/>
              </a:spcBef>
              <a:spcAft>
                <a:spcPts val="300"/>
              </a:spcAft>
              <a:defRPr sz="1600">
                <a:solidFill>
                  <a:srgbClr val="0F172A"/>
                </a:solidFill>
              </a:defRPr>
            </a:pPr>
            <a:r>
              <a:t>• Encryption, access controls, and monitoring features</a:t>
            </a:r>
          </a:p>
          <a:p>
            <a:pPr>
              <a:lnSpc>
                <a:spcPct val="120000"/>
              </a:lnSpc>
              <a:spcBef>
                <a:spcPts val="300"/>
              </a:spcBef>
              <a:spcAft>
                <a:spcPts val="300"/>
              </a:spcAft>
              <a:defRPr sz="1600">
                <a:solidFill>
                  <a:srgbClr val="0F172A"/>
                </a:solidFill>
              </a:defRPr>
            </a:pPr>
            <a:r>
              <a:t>• Comparison of security effectiveness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Scalability Comparison</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Both AWS and Azure offer scalable solutions for handling increased traffic and workloads. We will compare their scalability features, including load balancing, auto-scaling, and content delivery networks.</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AWS and Azure provide scalable solutions</a:t>
            </a:r>
          </a:p>
          <a:p>
            <a:pPr>
              <a:lnSpc>
                <a:spcPct val="115000"/>
              </a:lnSpc>
              <a:spcBef>
                <a:spcPts val="200"/>
              </a:spcBef>
              <a:spcAft>
                <a:spcPts val="200"/>
              </a:spcAft>
              <a:defRPr sz="1500">
                <a:solidFill>
                  <a:srgbClr val="0F172A"/>
                </a:solidFill>
              </a:defRPr>
            </a:pPr>
            <a:r>
              <a:t>• Load balancing, auto-scaling, and content delivery networks</a:t>
            </a:r>
          </a:p>
          <a:p>
            <a:pPr>
              <a:lnSpc>
                <a:spcPct val="115000"/>
              </a:lnSpc>
              <a:spcBef>
                <a:spcPts val="200"/>
              </a:spcBef>
              <a:spcAft>
                <a:spcPts val="200"/>
              </a:spcAft>
              <a:defRPr sz="1500">
                <a:solidFill>
                  <a:srgbClr val="0F172A"/>
                </a:solidFill>
              </a:defRPr>
            </a:pPr>
            <a:r>
              <a:t>• Comparison of scalability features</a:t>
            </a:r>
          </a:p>
        </p:txBody>
      </p:sp>
      <p:pic>
        <p:nvPicPr>
          <p:cNvPr id="5" name="Picture 4" descr="unsplash_6RRssrFPIrg.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Performance Comparison</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We will examine the performance characteristics of AWS and Azure, including processing power, memory allocation, and data transfer speeds. A comparison of their performance will help organizations make informed decisions.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Processing power, memory allocation, and data transfer speeds compared</a:t>
            </a:r>
          </a:p>
          <a:p>
            <a:pPr>
              <a:lnSpc>
                <a:spcPct val="120000"/>
              </a:lnSpc>
              <a:spcBef>
                <a:spcPts val="300"/>
              </a:spcBef>
              <a:spcAft>
                <a:spcPts val="300"/>
              </a:spcAft>
              <a:defRPr sz="1600">
                <a:solidFill>
                  <a:srgbClr val="0F172A"/>
                </a:solidFill>
              </a:defRPr>
            </a:pPr>
            <a:r>
              <a:t>• AWS and Azure's performance characteristics examined</a:t>
            </a:r>
          </a:p>
          <a:p>
            <a:pPr>
              <a:lnSpc>
                <a:spcPct val="120000"/>
              </a:lnSpc>
              <a:spcBef>
                <a:spcPts val="300"/>
              </a:spcBef>
              <a:spcAft>
                <a:spcPts val="300"/>
              </a:spcAft>
              <a:defRPr sz="1600">
                <a:solidFill>
                  <a:srgbClr val="0F172A"/>
                </a:solidFill>
              </a:defRPr>
            </a:pPr>
            <a:r>
              <a:t>• Informed decision-making for organizations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Conclusion</a:t>
            </a:r>
          </a:p>
        </p:txBody>
      </p:sp>
      <p:sp>
        <p:nvSpPr>
          <p:cNvPr id="4" name="TextBox 3"/>
          <p:cNvSpPr txBox="1"/>
          <p:nvPr/>
        </p:nvSpPr>
        <p:spPr>
          <a:xfrm>
            <a:off x="1371600" y="1463040"/>
            <a:ext cx="6400800" cy="4572000"/>
          </a:xfrm>
          <a:prstGeom prst="rect">
            <a:avLst/>
          </a:prstGeom>
          <a:noFill/>
        </p:spPr>
        <p:txBody>
          <a:bodyPr wrap="square">
            <a:spAutoFit/>
          </a:bodyPr>
          <a:lstStyle/>
          <a:p>
            <a:pPr>
              <a:lnSpc>
                <a:spcPct val="130000"/>
              </a:lnSpc>
              <a:spcBef>
                <a:spcPts val="1000"/>
              </a:spcBef>
              <a:spcAft>
                <a:spcPts val="1000"/>
              </a:spcAft>
              <a:defRPr sz="2200" b="1">
                <a:solidFill>
                  <a:srgbClr val="1E40AF"/>
                </a:solidFill>
              </a:defRPr>
            </a:pPr>
            <a:r>
              <a:t>1. Comprehensive comparison of AWS and Azure</a:t>
            </a:r>
          </a:p>
          <a:p>
            <a:pPr>
              <a:lnSpc>
                <a:spcPct val="130000"/>
              </a:lnSpc>
              <a:spcBef>
                <a:spcPts val="1000"/>
              </a:spcBef>
              <a:spcAft>
                <a:spcPts val="1000"/>
              </a:spcAft>
              <a:defRPr sz="2200" b="1">
                <a:solidFill>
                  <a:srgbClr val="1E40AF"/>
                </a:solidFill>
              </a:defRPr>
            </a:pPr>
            <a:r>
              <a:t>2. Evaluation of features, pricing models, and more</a:t>
            </a:r>
          </a:p>
          <a:p>
            <a:pPr>
              <a:lnSpc>
                <a:spcPct val="130000"/>
              </a:lnSpc>
              <a:spcBef>
                <a:spcPts val="1000"/>
              </a:spcBef>
              <a:spcAft>
                <a:spcPts val="1000"/>
              </a:spcAft>
              <a:defRPr sz="2200" b="1">
                <a:solidFill>
                  <a:srgbClr val="1E40AF"/>
                </a:solidFill>
              </a:defRPr>
            </a:pPr>
            <a:r>
              <a:t>3. Choosing the right cloud platform for your organization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Introduction</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Understanding the importance of cloud computing in modern business</a:t>
            </a:r>
            <a:br/>
            <a:r>
              <a:t>Comparing AWS and Azure's unique strengths and weaknesses</a:t>
            </a:r>
            <a:br/>
            <a:r>
              <a:t>Evaluating the suitability of each platform for different industries</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AWS Overview</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AWS provides a broad spectrum of services</a:t>
            </a:r>
            <a:br/>
            <a:r>
              <a:t>Services include compute, storage, database, analytics, and more</a:t>
            </a:r>
            <a:br/>
            <a:r>
              <a:t>Comprehensive solutions for building scalable and secure applications</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Azure Overview</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Azure provides a comprehensive range of services</a:t>
            </a:r>
            <a:br/>
            <a:r>
              <a:t>Services include compute, storage, networking, and database</a:t>
            </a:r>
            <a:br/>
            <a:r>
              <a:t>Strong focus on hybrid scenarios for seamless integration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a:t>
            </a:r>
          </a:p>
          <a:p>
            <a:pPr>
              <a:spcBef>
                <a:spcPts val="800"/>
              </a:spcBef>
              <a:spcAft>
                <a:spcPts val="800"/>
              </a:spcAft>
              <a:defRPr sz="2000">
                <a:solidFill>
                  <a:srgbClr val="F59E0B"/>
                </a:solidFill>
              </a:defRPr>
            </a:pPr>
            <a:r>
              <a:t>✓ AWS Overview</a:t>
            </a:r>
          </a:p>
          <a:p>
            <a:pPr>
              <a:spcBef>
                <a:spcPts val="800"/>
              </a:spcBef>
              <a:spcAft>
                <a:spcPts val="800"/>
              </a:spcAft>
              <a:defRPr sz="2000">
                <a:solidFill>
                  <a:srgbClr val="F59E0B"/>
                </a:solidFill>
              </a:defRPr>
            </a:pPr>
            <a:r>
              <a:t>✓ Azure Overview</a:t>
            </a:r>
          </a:p>
          <a:p>
            <a:pPr>
              <a:spcBef>
                <a:spcPts val="800"/>
              </a:spcBef>
              <a:spcAft>
                <a:spcPts val="800"/>
              </a:spcAft>
              <a:defRPr sz="2000">
                <a:solidFill>
                  <a:srgbClr val="F59E0B"/>
                </a:solidFill>
              </a:defRPr>
            </a:pPr>
            <a:r>
              <a:t>✓ Pricing Comparison</a:t>
            </a:r>
          </a:p>
          <a:p>
            <a:pPr>
              <a:spcBef>
                <a:spcPts val="800"/>
              </a:spcBef>
              <a:spcAft>
                <a:spcPts val="800"/>
              </a:spcAft>
              <a:defRPr sz="2000">
                <a:solidFill>
                  <a:srgbClr val="F59E0B"/>
                </a:solidFill>
              </a:defRPr>
            </a:pPr>
            <a:r>
              <a:t>✓ Security Comparison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