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सम요ग Index (%)</c:v>
                </c:pt>
              </c:strCache>
            </c:strRef>
          </c:tx>
          <c:cat>
            <c:strRef>
              <c:f>Sheet1!$A$2:$A$5</c:f>
              <c:strCache>
                <c:ptCount val="4"/>
                <c:pt idx="0">
                  <c:v>सॉफ्टवेयर और</c:v>
                </c:pt>
                <c:pt idx="1">
                  <c:v>निर्माण और बिक्री</c:v>
                </c:pt>
                <c:pt idx="2">
                  <c:v>प्रौद्योगिकी के</c:v>
                </c:pt>
                <c:pt idx="3">
                  <c:v>चुनौतियां</c:v>
                </c:pt>
              </c:strCache>
            </c:strRef>
          </c:cat>
          <c:val>
            <c:numRef>
              <c:f>Sheet1!$B$2:$B$5</c:f>
              <c:numCache>
                <c:formatCode>General</c:formatCode>
                <c:ptCount val="4"/>
                <c:pt idx="0">
                  <c:v>88</c:v>
                </c:pt>
                <c:pt idx="1">
                  <c:v>72</c:v>
                </c:pt>
                <c:pt idx="2">
                  <c:v>50</c:v>
                </c:pt>
                <c:pt idx="3">
                  <c:v>44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भारत में सेमीकंडक्टर्स की समीक्षा</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भारत में सेमीकंडक्टर्स की प्रस्तावना</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सेमीकंडक्टर्स भारत में एक बढ़ता हुआ क्षेत्र है, जिसमें विशेषतौर पर सॉफ्टवेयर और हार्डवेयर का उपयोग किया जाता है। इसके तहत प्रौद्योगिकी का विकास, निर्माण और बिक्री की जाती है। भारत में सेमीकंडक्टर्स का उत्पादन करीब 5% का है, लेकिन इसके आगामी वृद्धि की उम्मीद है।</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भारत में सेमीकंडक्टर्स का उत्पादन</a:t>
            </a:r>
          </a:p>
          <a:p>
            <a:pPr>
              <a:lnSpc>
                <a:spcPct val="120000"/>
              </a:lnSpc>
              <a:spcBef>
                <a:spcPts val="300"/>
              </a:spcBef>
              <a:spcAft>
                <a:spcPts val="300"/>
              </a:spcAft>
              <a:defRPr sz="1600">
                <a:solidFill>
                  <a:srgbClr val="0F172A"/>
                </a:solidFill>
              </a:defRPr>
            </a:pPr>
            <a:r>
              <a:t>• सॉफ्टवेयर और हार्डवेयर का उपयोग</a:t>
            </a:r>
          </a:p>
          <a:p>
            <a:pPr>
              <a:lnSpc>
                <a:spcPct val="120000"/>
              </a:lnSpc>
              <a:spcBef>
                <a:spcPts val="300"/>
              </a:spcBef>
              <a:spcAft>
                <a:spcPts val="300"/>
              </a:spcAft>
              <a:defRPr sz="1600">
                <a:solidFill>
                  <a:srgbClr val="0F172A"/>
                </a:solidFill>
              </a:defRPr>
            </a:pPr>
            <a:r>
              <a:t>• प्रौद्योगिकी का विकास</a:t>
            </a:r>
          </a:p>
          <a:p>
            <a:pPr>
              <a:lnSpc>
                <a:spcPct val="120000"/>
              </a:lnSpc>
              <a:spcBef>
                <a:spcPts val="300"/>
              </a:spcBef>
              <a:spcAft>
                <a:spcPts val="300"/>
              </a:spcAft>
              <a:defRPr sz="1600">
                <a:solidFill>
                  <a:srgbClr val="0F172A"/>
                </a:solidFill>
              </a:defRPr>
            </a:pPr>
            <a:r>
              <a:t>• निर्माण और बिक्री</a:t>
            </a:r>
          </a:p>
          <a:p>
            <a:pPr>
              <a:lnSpc>
                <a:spcPct val="120000"/>
              </a:lnSpc>
              <a:spcBef>
                <a:spcPts val="300"/>
              </a:spcBef>
              <a:spcAft>
                <a:spcPts val="300"/>
              </a:spcAft>
              <a:defRPr sz="1600">
                <a:solidFill>
                  <a:srgbClr val="0F172A"/>
                </a:solidFill>
              </a:defRPr>
            </a:pPr>
            <a:r>
              <a:t>• उत्पादन की क्षमता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भारत में सेमीकंडक्टर्स के लिए अवसर</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भारत में सेमीकंडक्टर्स के लिए कई अवसर हैं, जैसे निर्माण और बिक्री में, प्रौद्योगिकी के विकास में और सॉफ्टवेयर और हार्डवेयर का उपयोग में। इसके तहत देश के लिए निर्माण और बिक्री में सेमीकंडक्टर्स का महत्वपूर्ण योगदान है।</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निर्माण और बिक्री में</a:t>
            </a:r>
          </a:p>
          <a:p>
            <a:pPr>
              <a:lnSpc>
                <a:spcPct val="115000"/>
              </a:lnSpc>
              <a:spcBef>
                <a:spcPts val="200"/>
              </a:spcBef>
              <a:spcAft>
                <a:spcPts val="200"/>
              </a:spcAft>
              <a:defRPr sz="1500">
                <a:solidFill>
                  <a:srgbClr val="0F172A"/>
                </a:solidFill>
              </a:defRPr>
            </a:pPr>
            <a:r>
              <a:t>• प्रौद्योगिकी के विकास में</a:t>
            </a:r>
          </a:p>
          <a:p>
            <a:pPr>
              <a:lnSpc>
                <a:spcPct val="115000"/>
              </a:lnSpc>
              <a:spcBef>
                <a:spcPts val="200"/>
              </a:spcBef>
              <a:spcAft>
                <a:spcPts val="200"/>
              </a:spcAft>
              <a:defRPr sz="1500">
                <a:solidFill>
                  <a:srgbClr val="0F172A"/>
                </a:solidFill>
              </a:defRPr>
            </a:pPr>
            <a:r>
              <a:t>• सॉफ्टवेयर और हार्डवेयर का उपयोग में</a:t>
            </a:r>
          </a:p>
          <a:p>
            <a:pPr>
              <a:lnSpc>
                <a:spcPct val="115000"/>
              </a:lnSpc>
              <a:spcBef>
                <a:spcPts val="200"/>
              </a:spcBef>
              <a:spcAft>
                <a:spcPts val="200"/>
              </a:spcAft>
              <a:defRPr sz="1500">
                <a:solidFill>
                  <a:srgbClr val="0F172A"/>
                </a:solidFill>
              </a:defRPr>
            </a:pPr>
            <a:r>
              <a:t>• देश के लिए निर्माण और बिक्री में</a:t>
            </a:r>
          </a:p>
          <a:p>
            <a:pPr>
              <a:lnSpc>
                <a:spcPct val="115000"/>
              </a:lnSpc>
              <a:spcBef>
                <a:spcPts val="200"/>
              </a:spcBef>
              <a:spcAft>
                <a:spcPts val="200"/>
              </a:spcAft>
              <a:defRPr sz="1500">
                <a:solidFill>
                  <a:srgbClr val="0F172A"/>
                </a:solidFill>
              </a:defRPr>
            </a:pPr>
            <a:r>
              <a:t>• महत्वपूर्ण योगदान</a:t>
            </a:r>
          </a:p>
        </p:txBody>
      </p:sp>
      <p:pic>
        <p:nvPicPr>
          <p:cNvPr id="5" name="Picture 4" descr="picsum_slide_2_seed_252.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भारत में सेमीकंडक्टर्स के चुनौतियां</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भारत में सेमीकंडक्टर्स के लिए कई चुनौतियां हैं, जैसे प्रौद्योगिकी के विकास में, निर्माण और बिक्री में और सॉफ्टवेयर और हार्डवेयर का उपयोग में। इसके तहत देश के लिए सेमीकंडक्टर्स का महत्वपूर्ण योगदान है, लेकिन इसके लिए प्रौद्योगिकी के विकास में आवश्यकता है।</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प्रौद्योगिकी के विकास में</a:t>
            </a:r>
          </a:p>
          <a:p>
            <a:pPr>
              <a:lnSpc>
                <a:spcPct val="120000"/>
              </a:lnSpc>
              <a:spcBef>
                <a:spcPts val="300"/>
              </a:spcBef>
              <a:spcAft>
                <a:spcPts val="300"/>
              </a:spcAft>
              <a:defRPr sz="1600">
                <a:solidFill>
                  <a:srgbClr val="0F172A"/>
                </a:solidFill>
              </a:defRPr>
            </a:pPr>
            <a:r>
              <a:t>• निर्माण और बिक्री में</a:t>
            </a:r>
          </a:p>
          <a:p>
            <a:pPr>
              <a:lnSpc>
                <a:spcPct val="120000"/>
              </a:lnSpc>
              <a:spcBef>
                <a:spcPts val="300"/>
              </a:spcBef>
              <a:spcAft>
                <a:spcPts val="300"/>
              </a:spcAft>
              <a:defRPr sz="1600">
                <a:solidFill>
                  <a:srgbClr val="0F172A"/>
                </a:solidFill>
              </a:defRPr>
            </a:pPr>
            <a:r>
              <a:t>• सॉफ्टवेयर और हार्डवेयर का उपयोग में</a:t>
            </a:r>
          </a:p>
          <a:p>
            <a:pPr>
              <a:lnSpc>
                <a:spcPct val="120000"/>
              </a:lnSpc>
              <a:spcBef>
                <a:spcPts val="300"/>
              </a:spcBef>
              <a:spcAft>
                <a:spcPts val="300"/>
              </a:spcAft>
              <a:defRPr sz="1600">
                <a:solidFill>
                  <a:srgbClr val="0F172A"/>
                </a:solidFill>
              </a:defRPr>
            </a:pPr>
            <a:r>
              <a:t>• देश के लिए सेमीकंडक्टर्स का महत्वपूर्ण योगदान</a:t>
            </a:r>
          </a:p>
          <a:p>
            <a:pPr>
              <a:lnSpc>
                <a:spcPct val="120000"/>
              </a:lnSpc>
              <a:spcBef>
                <a:spcPts val="300"/>
              </a:spcBef>
              <a:spcAft>
                <a:spcPts val="300"/>
              </a:spcAft>
              <a:defRPr sz="1600">
                <a:solidFill>
                  <a:srgbClr val="0F172A"/>
                </a:solidFill>
              </a:defRPr>
            </a:pPr>
            <a:r>
              <a:t>• प्रौद्योगिकी के विकास में आवश्यकता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भारत में सेमीकंडक्टर्स के लिए निवेश</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भारत में सेमीकंडक्टर्स के लिए कई निवेश हैं, जैसे प्रौद्योगिकी के विकास में, निर्माण और बिक्री में और सॉफ्टवेयर और हार्डवेयर का उपयोग में। इसके तहत देश के लिए सेमीकंडक्टर्स का महत्वपूर्ण योगदान है, लेकिन इसके लिए प्रौद्योगिकी के विकास में आवश्यकता है।</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प्रौद्योगिकी के विकास में</a:t>
            </a:r>
          </a:p>
          <a:p>
            <a:pPr>
              <a:lnSpc>
                <a:spcPct val="120000"/>
              </a:lnSpc>
              <a:spcBef>
                <a:spcPts val="300"/>
              </a:spcBef>
              <a:spcAft>
                <a:spcPts val="300"/>
              </a:spcAft>
              <a:defRPr sz="1600">
                <a:solidFill>
                  <a:srgbClr val="0F172A"/>
                </a:solidFill>
              </a:defRPr>
            </a:pPr>
            <a:r>
              <a:t>• निर्माण और बिक्री में</a:t>
            </a:r>
          </a:p>
          <a:p>
            <a:pPr>
              <a:lnSpc>
                <a:spcPct val="120000"/>
              </a:lnSpc>
              <a:spcBef>
                <a:spcPts val="300"/>
              </a:spcBef>
              <a:spcAft>
                <a:spcPts val="300"/>
              </a:spcAft>
              <a:defRPr sz="1600">
                <a:solidFill>
                  <a:srgbClr val="0F172A"/>
                </a:solidFill>
              </a:defRPr>
            </a:pPr>
            <a:r>
              <a:t>• सॉफ्टवेयर और हार्डवेयर का उपयोग में</a:t>
            </a:r>
          </a:p>
          <a:p>
            <a:pPr>
              <a:lnSpc>
                <a:spcPct val="120000"/>
              </a:lnSpc>
              <a:spcBef>
                <a:spcPts val="300"/>
              </a:spcBef>
              <a:spcAft>
                <a:spcPts val="300"/>
              </a:spcAft>
              <a:defRPr sz="1600">
                <a:solidFill>
                  <a:srgbClr val="0F172A"/>
                </a:solidFill>
              </a:defRPr>
            </a:pPr>
            <a:r>
              <a:t>• देश के लिए सेमीकंडक्टर्स का महत्वपूर्ण योगदान</a:t>
            </a:r>
          </a:p>
          <a:p>
            <a:pPr>
              <a:lnSpc>
                <a:spcPct val="120000"/>
              </a:lnSpc>
              <a:spcBef>
                <a:spcPts val="300"/>
              </a:spcBef>
              <a:spcAft>
                <a:spcPts val="300"/>
              </a:spcAft>
              <a:defRPr sz="1600">
                <a:solidFill>
                  <a:srgbClr val="0F172A"/>
                </a:solidFill>
              </a:defRPr>
            </a:pPr>
            <a:r>
              <a:t>• प्रौद्योगिकी के विकास में आवश्यकता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भारत में सेमीकंडक्टर्स के लिए भविष्य</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भारत में सेमीकंडक्टर्स के लिए कई भविष्य हैं, जैसे प्रौद्योगिकी के विकास में, निर्माण और बिक्री में और सॉफ्टवेयर और हार्डवेयर का उपयोग में। इसके तहत देश के लिए सेमीकंडक्टर्स का महत्वपूर्ण योगदान है, लेकिन इसके लिए प्रौद्योगिकी के विकास में आवश्यकता है।</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प्रौद्योगिकी के विकास में</a:t>
            </a:r>
          </a:p>
          <a:p>
            <a:pPr>
              <a:lnSpc>
                <a:spcPct val="115000"/>
              </a:lnSpc>
              <a:spcBef>
                <a:spcPts val="200"/>
              </a:spcBef>
              <a:spcAft>
                <a:spcPts val="200"/>
              </a:spcAft>
              <a:defRPr sz="1500">
                <a:solidFill>
                  <a:srgbClr val="0F172A"/>
                </a:solidFill>
              </a:defRPr>
            </a:pPr>
            <a:r>
              <a:t>• निर्माण और बिक्री में</a:t>
            </a:r>
          </a:p>
          <a:p>
            <a:pPr>
              <a:lnSpc>
                <a:spcPct val="115000"/>
              </a:lnSpc>
              <a:spcBef>
                <a:spcPts val="200"/>
              </a:spcBef>
              <a:spcAft>
                <a:spcPts val="200"/>
              </a:spcAft>
              <a:defRPr sz="1500">
                <a:solidFill>
                  <a:srgbClr val="0F172A"/>
                </a:solidFill>
              </a:defRPr>
            </a:pPr>
            <a:r>
              <a:t>• सॉफ्टवेयर और हार्डवेयर का उपयोग में</a:t>
            </a:r>
          </a:p>
          <a:p>
            <a:pPr>
              <a:lnSpc>
                <a:spcPct val="115000"/>
              </a:lnSpc>
              <a:spcBef>
                <a:spcPts val="200"/>
              </a:spcBef>
              <a:spcAft>
                <a:spcPts val="200"/>
              </a:spcAft>
              <a:defRPr sz="1500">
                <a:solidFill>
                  <a:srgbClr val="0F172A"/>
                </a:solidFill>
              </a:defRPr>
            </a:pPr>
            <a:r>
              <a:t>• देश के लिए सेमीकंडक्टर्स का महत्वपूर्ण योगदान</a:t>
            </a:r>
          </a:p>
          <a:p>
            <a:pPr>
              <a:lnSpc>
                <a:spcPct val="115000"/>
              </a:lnSpc>
              <a:spcBef>
                <a:spcPts val="200"/>
              </a:spcBef>
              <a:spcAft>
                <a:spcPts val="200"/>
              </a:spcAft>
              <a:defRPr sz="1500">
                <a:solidFill>
                  <a:srgbClr val="0F172A"/>
                </a:solidFill>
              </a:defRPr>
            </a:pPr>
            <a:r>
              <a:t>• प्रौद्योगिकी के विकास में आवश्यकता</a:t>
            </a:r>
          </a:p>
        </p:txBody>
      </p:sp>
      <p:pic>
        <p:nvPicPr>
          <p:cNvPr id="5" name="Picture 4" descr="picsum_slide_5_seed_252.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सम요ग - सम요ग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सम요ग - सम요ग Index (%)</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Chart data: {'सम요ग Index (%)': [88, 72, 50, 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भारत में सेमीकंडक्टर्स की प्रस्तावना</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भारत में सेमीकंडक्टर्स के लिए निवेश</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सम요ग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भारत में सेमीकंडक्टर्स की प्रस्तावना</a:t>
            </a:r>
          </a:p>
          <a:p>
            <a:pPr>
              <a:spcBef>
                <a:spcPts val="800"/>
              </a:spcBef>
              <a:spcAft>
                <a:spcPts val="800"/>
              </a:spcAft>
              <a:defRPr sz="2000">
                <a:solidFill>
                  <a:srgbClr val="F59E0B"/>
                </a:solidFill>
              </a:defRPr>
            </a:pPr>
            <a:r>
              <a:t>✓ भारत में सेमीकंडक्टर्स के लिए अवसर</a:t>
            </a:r>
          </a:p>
          <a:p>
            <a:pPr>
              <a:spcBef>
                <a:spcPts val="800"/>
              </a:spcBef>
              <a:spcAft>
                <a:spcPts val="800"/>
              </a:spcAft>
              <a:defRPr sz="2000">
                <a:solidFill>
                  <a:srgbClr val="F59E0B"/>
                </a:solidFill>
              </a:defRPr>
            </a:pPr>
            <a:r>
              <a:t>✓ भारत में सेमीकंडक्टर्स के चुनौतियां</a:t>
            </a:r>
          </a:p>
          <a:p>
            <a:pPr>
              <a:spcBef>
                <a:spcPts val="800"/>
              </a:spcBef>
              <a:spcAft>
                <a:spcPts val="800"/>
              </a:spcAft>
              <a:defRPr sz="2000">
                <a:solidFill>
                  <a:srgbClr val="F59E0B"/>
                </a:solidFill>
              </a:defRPr>
            </a:pPr>
            <a:r>
              <a:t>✓ भारत में सेमीकंडक्टर्स के लिए निवेश</a:t>
            </a:r>
          </a:p>
          <a:p>
            <a:pPr>
              <a:spcBef>
                <a:spcPts val="800"/>
              </a:spcBef>
              <a:spcAft>
                <a:spcPts val="800"/>
              </a:spcAft>
              <a:defRPr sz="2000">
                <a:solidFill>
                  <a:srgbClr val="F59E0B"/>
                </a:solidFill>
              </a:defRPr>
            </a:pPr>
            <a:r>
              <a:t>✓ भारत में सेमीकंडक्टर्स के लिए भविष्य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