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Unlocking the Power of AI in Finance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AI in Finance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financial industry is witnessing a significant transformation with the integration of Artificial Intelligence (AI) technologies. By leveraging machine learning, natural language processing, and computer vision, AI has the potential to revolutionize various aspects of finance, from risk management to investment analysis. This presentation will explore the current state of AI in finance and its future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The integration of AI can improve accuracy and efficiency in financial modeling and forecasting</a:t>
            </a:r>
          </a:p>
          <a:p>
            <a:pPr>
              <a:lnSpc>
                <a:spcPct val="120000"/>
              </a:lnSpc>
              <a:spcBef>
                <a:spcPts val="300"/>
              </a:spcBef>
              <a:spcAft>
                <a:spcPts val="300"/>
              </a:spcAft>
              <a:defRPr sz="1600">
                <a:solidFill>
                  <a:srgbClr val="0F172A"/>
                </a:solidFill>
              </a:defRPr>
            </a:pPr>
            <a:r>
              <a:t>• AI-powered chatbots are enhancing customer experience by providing personalized financial advice</a:t>
            </a:r>
          </a:p>
          <a:p>
            <a:pPr>
              <a:lnSpc>
                <a:spcPct val="120000"/>
              </a:lnSpc>
              <a:spcBef>
                <a:spcPts val="300"/>
              </a:spcBef>
              <a:spcAft>
                <a:spcPts val="300"/>
              </a:spcAft>
              <a:defRPr sz="1600">
                <a:solidFill>
                  <a:srgbClr val="0F172A"/>
                </a:solidFill>
              </a:defRPr>
            </a:pPr>
            <a:r>
              <a:t>• Machine learning algorithms can identify patterns and anomalies in large datasets, leading to more informed investment decisions</a:t>
            </a:r>
          </a:p>
          <a:p>
            <a:pPr>
              <a:lnSpc>
                <a:spcPct val="120000"/>
              </a:lnSpc>
              <a:spcBef>
                <a:spcPts val="300"/>
              </a:spcBef>
              <a:spcAft>
                <a:spcPts val="300"/>
              </a:spcAft>
              <a:defRPr sz="1600">
                <a:solidFill>
                  <a:srgbClr val="0F172A"/>
                </a:solidFill>
              </a:defRPr>
            </a:pPr>
            <a:r>
              <a:t>• AI-driven risk management systems can detect potential risks earlier, enabling proactive measures</a:t>
            </a:r>
          </a:p>
          <a:p>
            <a:pPr>
              <a:lnSpc>
                <a:spcPct val="120000"/>
              </a:lnSpc>
              <a:spcBef>
                <a:spcPts val="300"/>
              </a:spcBef>
              <a:spcAft>
                <a:spcPts val="300"/>
              </a:spcAft>
              <a:defRPr sz="1600">
                <a:solidFill>
                  <a:srgbClr val="0F172A"/>
                </a:solidFill>
              </a:defRPr>
            </a:pPr>
            <a:r>
              <a:t>• The future of finance is likely to be shaped by AI's ability to automate routine tasks and free up human resources for higher-value activities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Applying AI in Portfolio Management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 can significantly enhance portfolio management by providing real-time market insights, identifying profitable trading opportunities, and optimizing investment strategies. This slide will delve into the specific applications of AI in portfolio management, including predictive analytics and sentiment analysis.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AI-powered trading algorithms can analyze vast amounts of data to make informed buy/sell decisions</a:t>
            </a:r>
          </a:p>
          <a:p>
            <a:pPr>
              <a:lnSpc>
                <a:spcPct val="120000"/>
              </a:lnSpc>
              <a:spcBef>
                <a:spcPts val="300"/>
              </a:spcBef>
              <a:spcAft>
                <a:spcPts val="300"/>
              </a:spcAft>
              <a:defRPr sz="1600">
                <a:solidFill>
                  <a:srgbClr val="0F172A"/>
                </a:solidFill>
              </a:defRPr>
            </a:pPr>
            <a:r>
              <a:t>• Predictive analytics can identify potential market trends and patterns, enabling more effective portfolio construction</a:t>
            </a:r>
          </a:p>
          <a:p>
            <a:pPr>
              <a:lnSpc>
                <a:spcPct val="120000"/>
              </a:lnSpc>
              <a:spcBef>
                <a:spcPts val="300"/>
              </a:spcBef>
              <a:spcAft>
                <a:spcPts val="300"/>
              </a:spcAft>
              <a:defRPr sz="1600">
                <a:solidFill>
                  <a:srgbClr val="0F172A"/>
                </a:solidFill>
              </a:defRPr>
            </a:pPr>
            <a:r>
              <a:t>• Sentiment analysis can detect subtle changes in market sentiment, allowing for more informed investment decisions</a:t>
            </a:r>
          </a:p>
          <a:p>
            <a:pPr>
              <a:lnSpc>
                <a:spcPct val="120000"/>
              </a:lnSpc>
              <a:spcBef>
                <a:spcPts val="300"/>
              </a:spcBef>
              <a:spcAft>
                <a:spcPts val="300"/>
              </a:spcAft>
              <a:defRPr sz="1600">
                <a:solidFill>
                  <a:srgbClr val="0F172A"/>
                </a:solidFill>
              </a:defRPr>
            </a:pPr>
            <a:r>
              <a:t>• Robo-advisors are leveraging AI to provide personalized financial advice and investment recommendations</a:t>
            </a:r>
          </a:p>
          <a:p>
            <a:pPr>
              <a:lnSpc>
                <a:spcPct val="120000"/>
              </a:lnSpc>
              <a:spcBef>
                <a:spcPts val="300"/>
              </a:spcBef>
              <a:spcAft>
                <a:spcPts val="300"/>
              </a:spcAft>
              <a:defRPr sz="1600">
                <a:solidFill>
                  <a:srgbClr val="0F172A"/>
                </a:solidFill>
              </a:defRPr>
            </a:pPr>
            <a:r>
              <a:t>• AI-driven risk management systems can monitor and adjust portfolio allocations in real-time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AI in Risk Management and Compliance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integration of AI in risk management and compliance has the potential to significantly reduce costs, improve accuracy, and enhance decision-making. This slide will explore the specific applications of AI in these areas, including fraud detection and regulatory reporting.</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AI-powered systems can analyze vast amounts of data to identify potential risks and anomalies</a:t>
            </a:r>
          </a:p>
          <a:p>
            <a:pPr>
              <a:lnSpc>
                <a:spcPct val="115000"/>
              </a:lnSpc>
              <a:spcBef>
                <a:spcPts val="200"/>
              </a:spcBef>
              <a:spcAft>
                <a:spcPts val="200"/>
              </a:spcAft>
              <a:defRPr sz="1500">
                <a:solidFill>
                  <a:srgbClr val="0F172A"/>
                </a:solidFill>
              </a:defRPr>
            </a:pPr>
            <a:r>
              <a:t>• Machine learning algorithms can detect subtle patterns and correlations in financial transactions, enabling more effective fraud detection</a:t>
            </a:r>
          </a:p>
          <a:p>
            <a:pPr>
              <a:lnSpc>
                <a:spcPct val="115000"/>
              </a:lnSpc>
              <a:spcBef>
                <a:spcPts val="200"/>
              </a:spcBef>
              <a:spcAft>
                <a:spcPts val="200"/>
              </a:spcAft>
              <a:defRPr sz="1500">
                <a:solidFill>
                  <a:srgbClr val="0F172A"/>
                </a:solidFill>
              </a:defRPr>
            </a:pPr>
            <a:r>
              <a:t>• Regulatory reporting can be automated using AI-driven workflows, reducing the risk of non-compliance</a:t>
            </a:r>
          </a:p>
          <a:p>
            <a:pPr>
              <a:lnSpc>
                <a:spcPct val="115000"/>
              </a:lnSpc>
              <a:spcBef>
                <a:spcPts val="200"/>
              </a:spcBef>
              <a:spcAft>
                <a:spcPts val="200"/>
              </a:spcAft>
              <a:defRPr sz="1500">
                <a:solidFill>
                  <a:srgbClr val="0F172A"/>
                </a:solidFill>
              </a:defRPr>
            </a:pPr>
            <a:r>
              <a:t>• AI-driven compliance systems can monitor and adjust controls in real-time, improving overall risk management</a:t>
            </a:r>
          </a:p>
          <a:p>
            <a:pPr>
              <a:lnSpc>
                <a:spcPct val="115000"/>
              </a:lnSpc>
              <a:spcBef>
                <a:spcPts val="200"/>
              </a:spcBef>
              <a:spcAft>
                <a:spcPts val="200"/>
              </a:spcAft>
              <a:defRPr sz="1500">
                <a:solidFill>
                  <a:srgbClr val="0F172A"/>
                </a:solidFill>
              </a:defRPr>
            </a:pPr>
            <a:r>
              <a:t>• The integration of AI can significantly reduce the cost of risk management by automating routine tasks</a:t>
            </a:r>
          </a:p>
        </p:txBody>
      </p:sp>
      <p:pic>
        <p:nvPicPr>
          <p:cNvPr id="5" name="Picture 4" descr="unsplash_5fNmWej4tA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The Role of AI in Financial Inclusion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 has the potential to revolutionize financial inclusion by providing underserved populations with access to financial services. This slide will explore the specific applications of AI in financial inclusion, including credit scoring and microfinance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AI-powered credit scoring models can provide more accurate and inclusive assessments of creditworthiness</a:t>
            </a:r>
          </a:p>
          <a:p>
            <a:pPr>
              <a:lnSpc>
                <a:spcPct val="120000"/>
              </a:lnSpc>
              <a:spcBef>
                <a:spcPts val="300"/>
              </a:spcBef>
              <a:spcAft>
                <a:spcPts val="300"/>
              </a:spcAft>
              <a:defRPr sz="1600">
                <a:solidFill>
                  <a:srgbClr val="0F172A"/>
                </a:solidFill>
              </a:defRPr>
            </a:pPr>
            <a:r>
              <a:t>• Microfinance institutions are leveraging AI to improve loan accessibility and repayment rates</a:t>
            </a:r>
          </a:p>
          <a:p>
            <a:pPr>
              <a:lnSpc>
                <a:spcPct val="120000"/>
              </a:lnSpc>
              <a:spcBef>
                <a:spcPts val="300"/>
              </a:spcBef>
              <a:spcAft>
                <a:spcPts val="300"/>
              </a:spcAft>
              <a:defRPr sz="1600">
                <a:solidFill>
                  <a:srgbClr val="0F172A"/>
                </a:solidFill>
              </a:defRPr>
            </a:pPr>
            <a:r>
              <a:t>• AI-driven chatbots can provide personalized financial advice and education to underserved populations</a:t>
            </a:r>
          </a:p>
          <a:p>
            <a:pPr>
              <a:lnSpc>
                <a:spcPct val="120000"/>
              </a:lnSpc>
              <a:spcBef>
                <a:spcPts val="300"/>
              </a:spcBef>
              <a:spcAft>
                <a:spcPts val="300"/>
              </a:spcAft>
              <a:defRPr sz="1600">
                <a:solidFill>
                  <a:srgbClr val="0F172A"/>
                </a:solidFill>
              </a:defRPr>
            </a:pPr>
            <a:r>
              <a:t>• The integration of AI can significantly reduce the cost of financial services, making them more accessible to low-income individuals</a:t>
            </a:r>
          </a:p>
          <a:p>
            <a:pPr>
              <a:lnSpc>
                <a:spcPct val="120000"/>
              </a:lnSpc>
              <a:spcBef>
                <a:spcPts val="300"/>
              </a:spcBef>
              <a:spcAft>
                <a:spcPts val="300"/>
              </a:spcAft>
              <a:defRPr sz="1600">
                <a:solidFill>
                  <a:srgbClr val="0F172A"/>
                </a:solidFill>
              </a:defRPr>
            </a:pPr>
            <a:r>
              <a:t>• AI has the potential to bridge the financial inclusion gap by providing tailored solutions for underserved communities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and Limitations of AI in Finance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While AI has the potential to revolutionize finance, there are several challenges and limitations that need to be addressed. This slide will explore some of the key challenges, including data quality, explainability, and bias.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Data quality and availability can significantly impact the accuracy of AI models</a:t>
            </a:r>
          </a:p>
          <a:p>
            <a:pPr>
              <a:lnSpc>
                <a:spcPct val="120000"/>
              </a:lnSpc>
              <a:spcBef>
                <a:spcPts val="300"/>
              </a:spcBef>
              <a:spcAft>
                <a:spcPts val="300"/>
              </a:spcAft>
              <a:defRPr sz="1600">
                <a:solidFill>
                  <a:srgbClr val="0F172A"/>
                </a:solidFill>
              </a:defRPr>
            </a:pPr>
            <a:r>
              <a:t>• Explainability is crucial for building trust in AI-driven financial decisions</a:t>
            </a:r>
          </a:p>
          <a:p>
            <a:pPr>
              <a:lnSpc>
                <a:spcPct val="120000"/>
              </a:lnSpc>
              <a:spcBef>
                <a:spcPts val="300"/>
              </a:spcBef>
              <a:spcAft>
                <a:spcPts val="300"/>
              </a:spcAft>
              <a:defRPr sz="1600">
                <a:solidFill>
                  <a:srgbClr val="0F172A"/>
                </a:solidFill>
              </a:defRPr>
            </a:pPr>
            <a:r>
              <a:t>• Bias in AI models can perpetuate existing social and economic inequalities</a:t>
            </a:r>
          </a:p>
          <a:p>
            <a:pPr>
              <a:lnSpc>
                <a:spcPct val="120000"/>
              </a:lnSpc>
              <a:spcBef>
                <a:spcPts val="300"/>
              </a:spcBef>
              <a:spcAft>
                <a:spcPts val="300"/>
              </a:spcAft>
              <a:defRPr sz="1600">
                <a:solidFill>
                  <a:srgbClr val="0F172A"/>
                </a:solidFill>
              </a:defRPr>
            </a:pPr>
            <a:r>
              <a:t>• Regulatory frameworks need to be developed to address the unique challenges posed by AI in finance</a:t>
            </a:r>
          </a:p>
          <a:p>
            <a:pPr>
              <a:lnSpc>
                <a:spcPct val="120000"/>
              </a:lnSpc>
              <a:spcBef>
                <a:spcPts val="300"/>
              </a:spcBef>
              <a:spcAft>
                <a:spcPts val="300"/>
              </a:spcAft>
              <a:defRPr sz="1600">
                <a:solidFill>
                  <a:srgbClr val="0F172A"/>
                </a:solidFill>
              </a:defRPr>
            </a:pPr>
            <a:r>
              <a:t>• The lack of transparency in AI decision-making processes can erode trust and confidence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The Future of AI in Finance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As AI continues to evolve, we can expect to see more innovative applications across various areas of finance. This slide will explore some of the exciting developments on the horizon, including blockchain-based AI and Explainable AI (XAI)</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Blockchain-based AI has the potential to create a more secure and transparent financial ecosystem</a:t>
            </a:r>
          </a:p>
          <a:p>
            <a:pPr>
              <a:lnSpc>
                <a:spcPct val="115000"/>
              </a:lnSpc>
              <a:spcBef>
                <a:spcPts val="200"/>
              </a:spcBef>
              <a:spcAft>
                <a:spcPts val="200"/>
              </a:spcAft>
              <a:defRPr sz="1500">
                <a:solidFill>
                  <a:srgbClr val="0F172A"/>
                </a:solidFill>
              </a:defRPr>
            </a:pPr>
            <a:r>
              <a:t>• Explainable AI (XAI) can provide transparency and accountability in AI-driven decision-making</a:t>
            </a:r>
          </a:p>
          <a:p>
            <a:pPr>
              <a:lnSpc>
                <a:spcPct val="115000"/>
              </a:lnSpc>
              <a:spcBef>
                <a:spcPts val="200"/>
              </a:spcBef>
              <a:spcAft>
                <a:spcPts val="200"/>
              </a:spcAft>
              <a:defRPr sz="1500">
                <a:solidFill>
                  <a:srgbClr val="0F172A"/>
                </a:solidFill>
              </a:defRPr>
            </a:pPr>
            <a:r>
              <a:t>• The integration of AI with other technologies, such as robotics and Internet of Things (IoT), will enable new use cases and applications</a:t>
            </a:r>
          </a:p>
          <a:p>
            <a:pPr>
              <a:lnSpc>
                <a:spcPct val="115000"/>
              </a:lnSpc>
              <a:spcBef>
                <a:spcPts val="200"/>
              </a:spcBef>
              <a:spcAft>
                <a:spcPts val="200"/>
              </a:spcAft>
              <a:defRPr sz="1500">
                <a:solidFill>
                  <a:srgbClr val="0F172A"/>
                </a:solidFill>
              </a:defRPr>
            </a:pPr>
            <a:r>
              <a:t>• The future of finance is likely to be shaped by the ability of AI to augment human capabilities and improve decision-making</a:t>
            </a:r>
          </a:p>
          <a:p>
            <a:pPr>
              <a:lnSpc>
                <a:spcPct val="115000"/>
              </a:lnSpc>
              <a:spcBef>
                <a:spcPts val="200"/>
              </a:spcBef>
              <a:spcAft>
                <a:spcPts val="200"/>
              </a:spcAft>
              <a:defRPr sz="1500">
                <a:solidFill>
                  <a:srgbClr val="0F172A"/>
                </a:solidFill>
              </a:defRPr>
            </a:pPr>
            <a:r>
              <a:t>• AI has the potential to transform the financial industry, but it also requires careful consideration of ethical implications</a:t>
            </a:r>
          </a:p>
        </p:txBody>
      </p:sp>
      <p:pic>
        <p:nvPicPr>
          <p:cNvPr id="5" name="Picture 4" descr="unsplash_PuRYrZLWlZ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 The Power of AI in Finance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AI has the potential to revolutionize various aspects of finance, from portfolio management to risk management. While there are challenges and limitations, the benefits of AI integration far outweigh the costs. As we look to the future, it is essential that we continue to innovate, adapt, and address the unique challenges posed by AI in finance.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The integration of AI has the potential to significantly improve accuracy, efficiency, and decision-making</a:t>
            </a:r>
          </a:p>
          <a:p>
            <a:pPr>
              <a:lnSpc>
                <a:spcPct val="120000"/>
              </a:lnSpc>
              <a:spcBef>
                <a:spcPts val="300"/>
              </a:spcBef>
              <a:spcAft>
                <a:spcPts val="300"/>
              </a:spcAft>
              <a:defRPr sz="1600">
                <a:solidFill>
                  <a:srgbClr val="0F172A"/>
                </a:solidFill>
              </a:defRPr>
            </a:pPr>
            <a:r>
              <a:t>• AI-driven innovations can create new business opportunities and revenue streams</a:t>
            </a:r>
          </a:p>
          <a:p>
            <a:pPr>
              <a:lnSpc>
                <a:spcPct val="120000"/>
              </a:lnSpc>
              <a:spcBef>
                <a:spcPts val="300"/>
              </a:spcBef>
              <a:spcAft>
                <a:spcPts val="300"/>
              </a:spcAft>
              <a:defRPr sz="1600">
                <a:solidFill>
                  <a:srgbClr val="0F172A"/>
                </a:solidFill>
              </a:defRPr>
            </a:pPr>
            <a:r>
              <a:t>• Regulatory frameworks need to be developed to ensure responsible use of AI in finance</a:t>
            </a:r>
          </a:p>
          <a:p>
            <a:pPr>
              <a:lnSpc>
                <a:spcPct val="120000"/>
              </a:lnSpc>
              <a:spcBef>
                <a:spcPts val="300"/>
              </a:spcBef>
              <a:spcAft>
                <a:spcPts val="300"/>
              </a:spcAft>
              <a:defRPr sz="1600">
                <a:solidFill>
                  <a:srgbClr val="0F172A"/>
                </a:solidFill>
              </a:defRPr>
            </a:pPr>
            <a:r>
              <a:t>• Ethical considerations are crucial when integrating AI into financial systems</a:t>
            </a:r>
          </a:p>
          <a:p>
            <a:pPr>
              <a:lnSpc>
                <a:spcPct val="120000"/>
              </a:lnSpc>
              <a:spcBef>
                <a:spcPts val="300"/>
              </a:spcBef>
              <a:spcAft>
                <a:spcPts val="300"/>
              </a:spcAft>
              <a:defRPr sz="1600">
                <a:solidFill>
                  <a:srgbClr val="0F172A"/>
                </a:solidFill>
              </a:defRPr>
            </a:pPr>
            <a:r>
              <a:t>• The future of finance is likely to be shaped by the ability of AI to augment human capabilities and improve decision-making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Final Thoughts: The Future of Finance</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The integration of AI has the potential to create a more equitable and accessible financial system</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AI-driven innovations can improve financial literacy and inclusion</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Responsible use of AI is crucial for building trust and confidence in financial systems</a:t>
            </a:r>
          </a:p>
          <a:p>
            <a:pPr>
              <a:lnSpc>
                <a:spcPct val="120000"/>
              </a:lnSpc>
              <a:spcBef>
                <a:spcPts val="600"/>
              </a:spcBef>
              <a:spcAft>
                <a:spcPts val="600"/>
              </a:spcAft>
              <a:defRPr sz="1200">
                <a:solidFill>
                  <a:srgbClr val="0F172A"/>
                </a:solidFill>
              </a:defRPr>
            </a:pPr>
            <a:r>
              <a:t>• Ethical considerations are essential when developing AI-powered financial solutions</a:t>
            </a:r>
          </a:p>
          <a:p>
            <a:pPr>
              <a:lnSpc>
                <a:spcPct val="120000"/>
              </a:lnSpc>
              <a:spcBef>
                <a:spcPts val="600"/>
              </a:spcBef>
              <a:spcAft>
                <a:spcPts val="600"/>
              </a:spcAft>
              <a:defRPr sz="1200">
                <a:solidFill>
                  <a:srgbClr val="0F172A"/>
                </a:solidFill>
              </a:defRPr>
            </a:pPr>
            <a:r>
              <a:t>• The future of finance will be shaped by the ability of AI to augment human capabilities and improve decision-making</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 to AI in Finance</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The integration of AI can improve accuracy and efficiency in financial modeling and forecasting</a:t>
            </a:r>
            <a:br/>
            <a:r>
              <a:t>AI-powered chatbots are enhancing customer experience by providing personalized financial advice</a:t>
            </a:r>
            <a:br/>
            <a:r>
              <a:t>Machine learning algorithms can identify patterns and anomalies in large datasets, leading to more informed investment decisions</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Applying AI in Portfolio Management</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AI-powered trading algorithms can analyze vast amounts of data to make informed buy/sell decisions</a:t>
            </a:r>
            <a:br/>
            <a:r>
              <a:t>Predictive analytics can identify potential market trends and patterns, enabling more effective portfolio construction</a:t>
            </a:r>
            <a:br/>
            <a:r>
              <a:t>Sentiment analysis can detect subtle changes in market sentiment, allowing for more informed investment decisions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AI in Risk Management and Compliance</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AI-powered systems can analyze vast amounts of data to identify potential risks and anomalies</a:t>
            </a:r>
            <a:br/>
            <a:r>
              <a:t>Machine learning algorithms can detect subtle patterns and correlations in financial transactions, enabling more effective fraud detection</a:t>
            </a:r>
            <a:br/>
            <a:r>
              <a:t>Regulatory reporting can be automated using AI-driven workflows, reducing the risk of non-compliance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Finance</a:t>
            </a:r>
          </a:p>
          <a:p>
            <a:pPr>
              <a:spcBef>
                <a:spcPts val="800"/>
              </a:spcBef>
              <a:spcAft>
                <a:spcPts val="800"/>
              </a:spcAft>
              <a:defRPr sz="2000">
                <a:solidFill>
                  <a:srgbClr val="F59E0B"/>
                </a:solidFill>
              </a:defRPr>
            </a:pPr>
            <a:r>
              <a:t>✓ Applying AI in Portfolio Management</a:t>
            </a:r>
          </a:p>
          <a:p>
            <a:pPr>
              <a:spcBef>
                <a:spcPts val="800"/>
              </a:spcBef>
              <a:spcAft>
                <a:spcPts val="800"/>
              </a:spcAft>
              <a:defRPr sz="2000">
                <a:solidFill>
                  <a:srgbClr val="F59E0B"/>
                </a:solidFill>
              </a:defRPr>
            </a:pPr>
            <a:r>
              <a:t>✓ AI in Risk Management and Compliance</a:t>
            </a:r>
          </a:p>
          <a:p>
            <a:pPr>
              <a:spcBef>
                <a:spcPts val="800"/>
              </a:spcBef>
              <a:spcAft>
                <a:spcPts val="800"/>
              </a:spcAft>
              <a:defRPr sz="2000">
                <a:solidFill>
                  <a:srgbClr val="F59E0B"/>
                </a:solidFill>
              </a:defRPr>
            </a:pPr>
            <a:r>
              <a:t>✓ The Role of AI in Financial Inclusion</a:t>
            </a:r>
          </a:p>
          <a:p>
            <a:pPr>
              <a:spcBef>
                <a:spcPts val="800"/>
              </a:spcBef>
              <a:spcAft>
                <a:spcPts val="800"/>
              </a:spcAft>
              <a:defRPr sz="2000">
                <a:solidFill>
                  <a:srgbClr val="F59E0B"/>
                </a:solidFill>
              </a:defRPr>
            </a:pPr>
            <a:r>
              <a:t>✓ Challenges and Limitations of AI in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