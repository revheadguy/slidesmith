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9144000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Introduction to SMU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7680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F3F4F6"/>
                </a:solidFill>
              </a:defRPr>
            </a:pPr>
            <a:r>
              <a:t>Singapore Management University (SMU) is a leading research university in Singapore. Founded in 2000, SMU has established itself as a premier institution for business education and research.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2423160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377440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F3F4F6"/>
                </a:solidFill>
              </a:defRPr>
            </a:pPr>
            <a:r>
              <a:t>SMU's flagship campus in Singapore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3172968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F3F4F6"/>
                </a:solidFill>
              </a:defRPr>
            </a:pPr>
            <a:r>
              <a:t>Strong research focus in business and technology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3922776"/>
            <a:ext cx="164592" cy="164592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77056"/>
            <a:ext cx="7589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600">
                <a:solidFill>
                  <a:srgbClr val="F3F4F6"/>
                </a:solidFill>
              </a:defRPr>
            </a:pPr>
            <a:r>
              <a:t>Collaborative learning environment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537960"/>
            <a:ext cx="8229600" cy="182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6400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D1D5DB"/>
                </a:solidFill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6565392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D1D5D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