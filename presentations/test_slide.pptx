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Introduction to SMU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Singapore Management University (SMU) is a leading research university in Singapore. Founded in 2000, SMU has established itself as a premier institution for business education and research.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42316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SMU's flagship campus in Singapore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17296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Strong research focus in business and technology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922776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77056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Collaborative learning environment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